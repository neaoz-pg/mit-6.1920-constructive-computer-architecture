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82" r:id="rId1"/>
  </p:sldMasterIdLst>
  <p:notesMasterIdLst>
    <p:notesMasterId r:id="rId57"/>
  </p:notesMasterIdLst>
  <p:handoutMasterIdLst>
    <p:handoutMasterId r:id="rId58"/>
  </p:handoutMasterIdLst>
  <p:sldIdLst>
    <p:sldId id="1293" r:id="rId2"/>
    <p:sldId id="1540" r:id="rId3"/>
    <p:sldId id="1531" r:id="rId4"/>
    <p:sldId id="1548" r:id="rId5"/>
    <p:sldId id="1601" r:id="rId6"/>
    <p:sldId id="1600" r:id="rId7"/>
    <p:sldId id="1534" r:id="rId8"/>
    <p:sldId id="1542" r:id="rId9"/>
    <p:sldId id="1570" r:id="rId10"/>
    <p:sldId id="1573" r:id="rId11"/>
    <p:sldId id="1545" r:id="rId12"/>
    <p:sldId id="1574" r:id="rId13"/>
    <p:sldId id="1576" r:id="rId14"/>
    <p:sldId id="1575" r:id="rId15"/>
    <p:sldId id="1572" r:id="rId16"/>
    <p:sldId id="1543" r:id="rId17"/>
    <p:sldId id="1561" r:id="rId18"/>
    <p:sldId id="1562" r:id="rId19"/>
    <p:sldId id="1563" r:id="rId20"/>
    <p:sldId id="1565" r:id="rId21"/>
    <p:sldId id="1568" r:id="rId22"/>
    <p:sldId id="1569" r:id="rId23"/>
    <p:sldId id="1564" r:id="rId24"/>
    <p:sldId id="1559" r:id="rId25"/>
    <p:sldId id="1567" r:id="rId26"/>
    <p:sldId id="1577" r:id="rId27"/>
    <p:sldId id="1546" r:id="rId28"/>
    <p:sldId id="1580" r:id="rId29"/>
    <p:sldId id="1581" r:id="rId30"/>
    <p:sldId id="1582" r:id="rId31"/>
    <p:sldId id="1583" r:id="rId32"/>
    <p:sldId id="1593" r:id="rId33"/>
    <p:sldId id="1588" r:id="rId34"/>
    <p:sldId id="1586" r:id="rId35"/>
    <p:sldId id="1587" r:id="rId36"/>
    <p:sldId id="1591" r:id="rId37"/>
    <p:sldId id="1592" r:id="rId38"/>
    <p:sldId id="1579" r:id="rId39"/>
    <p:sldId id="1547" r:id="rId40"/>
    <p:sldId id="1536" r:id="rId41"/>
    <p:sldId id="1537" r:id="rId42"/>
    <p:sldId id="1538" r:id="rId43"/>
    <p:sldId id="1590" r:id="rId44"/>
    <p:sldId id="1552" r:id="rId45"/>
    <p:sldId id="1595" r:id="rId46"/>
    <p:sldId id="1589" r:id="rId47"/>
    <p:sldId id="1584" r:id="rId48"/>
    <p:sldId id="1585" r:id="rId49"/>
    <p:sldId id="1598" r:id="rId50"/>
    <p:sldId id="1602" r:id="rId51"/>
    <p:sldId id="1530" r:id="rId52"/>
    <p:sldId id="1599" r:id="rId53"/>
    <p:sldId id="1596" r:id="rId54"/>
    <p:sldId id="1557" r:id="rId55"/>
    <p:sldId id="1597" r:id="rId56"/>
  </p:sldIdLst>
  <p:sldSz cx="9144000" cy="6858000" type="screen4x3"/>
  <p:notesSz cx="7010400" cy="9296400"/>
  <p:defaultTextStyle>
    <a:defPPr>
      <a:defRPr lang="en-US"/>
    </a:defPPr>
    <a:lvl1pPr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1pPr>
    <a:lvl2pPr marL="457200"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2pPr>
    <a:lvl3pPr marL="914400"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3pPr>
    <a:lvl4pPr marL="1371600"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4pPr>
    <a:lvl5pPr marL="1828800"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3B4D6D-D7E1-4AD0-AF5C-E2347D7B68A8}">
          <p14:sldIdLst>
            <p14:sldId id="1293"/>
            <p14:sldId id="1540"/>
            <p14:sldId id="1531"/>
            <p14:sldId id="1548"/>
            <p14:sldId id="1601"/>
            <p14:sldId id="1600"/>
            <p14:sldId id="1534"/>
            <p14:sldId id="1542"/>
            <p14:sldId id="1570"/>
            <p14:sldId id="1573"/>
            <p14:sldId id="1545"/>
            <p14:sldId id="1574"/>
            <p14:sldId id="1576"/>
            <p14:sldId id="1575"/>
            <p14:sldId id="1572"/>
            <p14:sldId id="1543"/>
            <p14:sldId id="1561"/>
            <p14:sldId id="1562"/>
            <p14:sldId id="1563"/>
            <p14:sldId id="1565"/>
            <p14:sldId id="1568"/>
            <p14:sldId id="1569"/>
            <p14:sldId id="1564"/>
            <p14:sldId id="1559"/>
            <p14:sldId id="1567"/>
            <p14:sldId id="1577"/>
            <p14:sldId id="1546"/>
            <p14:sldId id="1580"/>
            <p14:sldId id="1581"/>
            <p14:sldId id="1582"/>
            <p14:sldId id="1583"/>
            <p14:sldId id="1593"/>
            <p14:sldId id="1588"/>
            <p14:sldId id="1586"/>
            <p14:sldId id="1587"/>
            <p14:sldId id="1591"/>
            <p14:sldId id="1592"/>
            <p14:sldId id="1579"/>
            <p14:sldId id="1547"/>
            <p14:sldId id="1536"/>
            <p14:sldId id="1537"/>
            <p14:sldId id="1538"/>
            <p14:sldId id="1590"/>
            <p14:sldId id="1552"/>
            <p14:sldId id="1595"/>
            <p14:sldId id="1589"/>
            <p14:sldId id="1584"/>
            <p14:sldId id="1585"/>
            <p14:sldId id="1598"/>
            <p14:sldId id="1602"/>
            <p14:sldId id="1530"/>
            <p14:sldId id="1599"/>
          </p14:sldIdLst>
        </p14:section>
        <p14:section name="Untitled Section" id="{3B40303B-EFDD-450C-9A08-F3B0A84E721A}">
          <p14:sldIdLst>
            <p14:sldId id="1596"/>
            <p14:sldId id="1557"/>
            <p14:sldId id="15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19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Bourgeat" initials="TB" lastIdx="2" clrIdx="0">
    <p:extLst>
      <p:ext uri="{19B8F6BF-5375-455C-9EA6-DF929625EA0E}">
        <p15:presenceInfo xmlns:p15="http://schemas.microsoft.com/office/powerpoint/2012/main" userId="6fd801170b580c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0458C"/>
    <a:srgbClr val="FF3333"/>
    <a:srgbClr val="3F51B5"/>
    <a:srgbClr val="9C27B0"/>
    <a:srgbClr val="DFBD2D"/>
    <a:srgbClr val="FF8080"/>
    <a:srgbClr val="FFFF00"/>
    <a:srgbClr val="FF0000"/>
    <a:srgbClr val="F8F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DDFDBA-00A8-4D75-A9E2-0F20195BD72B}" v="78" dt="2023-04-18T13:27:47.777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3" autoAdjust="0"/>
    <p:restoredTop sz="86393" autoAdjust="0"/>
  </p:normalViewPr>
  <p:slideViewPr>
    <p:cSldViewPr snapToGrid="0">
      <p:cViewPr varScale="1">
        <p:scale>
          <a:sx n="140" d="100"/>
          <a:sy n="140" d="100"/>
        </p:scale>
        <p:origin x="2292" y="102"/>
      </p:cViewPr>
      <p:guideLst>
        <p:guide orient="horz" pos="2448"/>
        <p:guide pos="1968"/>
      </p:guideLst>
    </p:cSldViewPr>
  </p:slideViewPr>
  <p:outlineViewPr>
    <p:cViewPr>
      <p:scale>
        <a:sx n="33" d="100"/>
        <a:sy n="33" d="100"/>
      </p:scale>
      <p:origin x="0" y="-2593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ourgeat" userId="6fd801170b580c69" providerId="LiveId" clId="{44DDFDBA-00A8-4D75-A9E2-0F20195BD72B}"/>
    <pc:docChg chg="custSel addSld delSld modSld sldOrd modSection">
      <pc:chgData name="Thomas Bourgeat" userId="6fd801170b580c69" providerId="LiveId" clId="{44DDFDBA-00A8-4D75-A9E2-0F20195BD72B}" dt="2023-04-18T13:27:47.777" v="1873" actId="20577"/>
      <pc:docMkLst>
        <pc:docMk/>
      </pc:docMkLst>
      <pc:sldChg chg="modSp mod">
        <pc:chgData name="Thomas Bourgeat" userId="6fd801170b580c69" providerId="LiveId" clId="{44DDFDBA-00A8-4D75-A9E2-0F20195BD72B}" dt="2023-04-18T13:18:18.792" v="1445" actId="5793"/>
        <pc:sldMkLst>
          <pc:docMk/>
          <pc:sldMk cId="1195735943" sldId="1530"/>
        </pc:sldMkLst>
        <pc:spChg chg="mod">
          <ac:chgData name="Thomas Bourgeat" userId="6fd801170b580c69" providerId="LiveId" clId="{44DDFDBA-00A8-4D75-A9E2-0F20195BD72B}" dt="2023-04-18T13:18:12.504" v="1442" actId="20577"/>
          <ac:spMkLst>
            <pc:docMk/>
            <pc:sldMk cId="1195735943" sldId="1530"/>
            <ac:spMk id="2" creationId="{DA1D5067-221F-4CB8-8B57-5A9C07449398}"/>
          </ac:spMkLst>
        </pc:spChg>
        <pc:spChg chg="mod">
          <ac:chgData name="Thomas Bourgeat" userId="6fd801170b580c69" providerId="LiveId" clId="{44DDFDBA-00A8-4D75-A9E2-0F20195BD72B}" dt="2023-04-18T13:18:18.792" v="1445" actId="5793"/>
          <ac:spMkLst>
            <pc:docMk/>
            <pc:sldMk cId="1195735943" sldId="1530"/>
            <ac:spMk id="3" creationId="{72325D97-1945-4B6D-BED6-084F96CB50AC}"/>
          </ac:spMkLst>
        </pc:spChg>
      </pc:sldChg>
      <pc:sldChg chg="modSp mod modAnim">
        <pc:chgData name="Thomas Bourgeat" userId="6fd801170b580c69" providerId="LiveId" clId="{44DDFDBA-00A8-4D75-A9E2-0F20195BD72B}" dt="2023-04-18T13:22:58.829" v="1837" actId="5793"/>
        <pc:sldMkLst>
          <pc:docMk/>
          <pc:sldMk cId="2688126681" sldId="1534"/>
        </pc:sldMkLst>
        <pc:spChg chg="mod">
          <ac:chgData name="Thomas Bourgeat" userId="6fd801170b580c69" providerId="LiveId" clId="{44DDFDBA-00A8-4D75-A9E2-0F20195BD72B}" dt="2023-04-18T13:22:58.829" v="1837" actId="5793"/>
          <ac:spMkLst>
            <pc:docMk/>
            <pc:sldMk cId="2688126681" sldId="1534"/>
            <ac:spMk id="3" creationId="{23AB4251-6D02-4FF6-BDCD-B8B07B5F5259}"/>
          </ac:spMkLst>
        </pc:spChg>
      </pc:sldChg>
      <pc:sldChg chg="modAnim">
        <pc:chgData name="Thomas Bourgeat" userId="6fd801170b580c69" providerId="LiveId" clId="{44DDFDBA-00A8-4D75-A9E2-0F20195BD72B}" dt="2023-04-18T13:22:13.919" v="1813"/>
        <pc:sldMkLst>
          <pc:docMk/>
          <pc:sldMk cId="2450039124" sldId="1540"/>
        </pc:sldMkLst>
      </pc:sldChg>
      <pc:sldChg chg="modSp">
        <pc:chgData name="Thomas Bourgeat" userId="6fd801170b580c69" providerId="LiveId" clId="{44DDFDBA-00A8-4D75-A9E2-0F20195BD72B}" dt="2023-04-18T13:23:28.097" v="1860" actId="20577"/>
        <pc:sldMkLst>
          <pc:docMk/>
          <pc:sldMk cId="374333280" sldId="1542"/>
        </pc:sldMkLst>
        <pc:spChg chg="mod">
          <ac:chgData name="Thomas Bourgeat" userId="6fd801170b580c69" providerId="LiveId" clId="{44DDFDBA-00A8-4D75-A9E2-0F20195BD72B}" dt="2023-04-18T13:23:28.097" v="1860" actId="20577"/>
          <ac:spMkLst>
            <pc:docMk/>
            <pc:sldMk cId="374333280" sldId="1542"/>
            <ac:spMk id="3" creationId="{EB9F2346-C3CF-4838-8D9D-4D121B6DEF0A}"/>
          </ac:spMkLst>
        </pc:spChg>
      </pc:sldChg>
      <pc:sldChg chg="del mod modShow">
        <pc:chgData name="Thomas Bourgeat" userId="6fd801170b580c69" providerId="LiveId" clId="{44DDFDBA-00A8-4D75-A9E2-0F20195BD72B}" dt="2023-04-18T12:58:15.006" v="52" actId="47"/>
        <pc:sldMkLst>
          <pc:docMk/>
          <pc:sldMk cId="3785124294" sldId="1544"/>
        </pc:sldMkLst>
      </pc:sldChg>
      <pc:sldChg chg="modSp">
        <pc:chgData name="Thomas Bourgeat" userId="6fd801170b580c69" providerId="LiveId" clId="{44DDFDBA-00A8-4D75-A9E2-0F20195BD72B}" dt="2023-04-18T13:26:55.185" v="1872" actId="20577"/>
        <pc:sldMkLst>
          <pc:docMk/>
          <pc:sldMk cId="3378854041" sldId="1547"/>
        </pc:sldMkLst>
        <pc:spChg chg="mod">
          <ac:chgData name="Thomas Bourgeat" userId="6fd801170b580c69" providerId="LiveId" clId="{44DDFDBA-00A8-4D75-A9E2-0F20195BD72B}" dt="2023-04-18T13:26:55.185" v="1872" actId="20577"/>
          <ac:spMkLst>
            <pc:docMk/>
            <pc:sldMk cId="3378854041" sldId="1547"/>
            <ac:spMk id="3" creationId="{23BA244D-46AA-4877-B485-E86C197E036C}"/>
          </ac:spMkLst>
        </pc:spChg>
      </pc:sldChg>
      <pc:sldChg chg="modSp mod">
        <pc:chgData name="Thomas Bourgeat" userId="6fd801170b580c69" providerId="LiveId" clId="{44DDFDBA-00A8-4D75-A9E2-0F20195BD72B}" dt="2023-04-18T13:22:36.525" v="1830" actId="20577"/>
        <pc:sldMkLst>
          <pc:docMk/>
          <pc:sldMk cId="1335828422" sldId="1548"/>
        </pc:sldMkLst>
        <pc:spChg chg="mod">
          <ac:chgData name="Thomas Bourgeat" userId="6fd801170b580c69" providerId="LiveId" clId="{44DDFDBA-00A8-4D75-A9E2-0F20195BD72B}" dt="2023-04-18T13:22:36.525" v="1830" actId="20577"/>
          <ac:spMkLst>
            <pc:docMk/>
            <pc:sldMk cId="1335828422" sldId="1548"/>
            <ac:spMk id="6" creationId="{DDE503DF-7F1B-47E0-B488-48ACD04F68F7}"/>
          </ac:spMkLst>
        </pc:spChg>
      </pc:sldChg>
      <pc:sldChg chg="addSp modSp mod modShow">
        <pc:chgData name="Thomas Bourgeat" userId="6fd801170b580c69" providerId="LiveId" clId="{44DDFDBA-00A8-4D75-A9E2-0F20195BD72B}" dt="2023-04-18T12:58:08.618" v="51" actId="13822"/>
        <pc:sldMkLst>
          <pc:docMk/>
          <pc:sldMk cId="3240878741" sldId="1557"/>
        </pc:sldMkLst>
        <pc:spChg chg="add mod">
          <ac:chgData name="Thomas Bourgeat" userId="6fd801170b580c69" providerId="LiveId" clId="{44DDFDBA-00A8-4D75-A9E2-0F20195BD72B}" dt="2023-04-18T12:57:39.721" v="33" actId="14100"/>
          <ac:spMkLst>
            <pc:docMk/>
            <pc:sldMk cId="3240878741" sldId="1557"/>
            <ac:spMk id="3" creationId="{09F4A52A-DA72-1BB1-C5B7-AB7513E4DC5C}"/>
          </ac:spMkLst>
        </pc:spChg>
        <pc:spChg chg="add mod">
          <ac:chgData name="Thomas Bourgeat" userId="6fd801170b580c69" providerId="LiveId" clId="{44DDFDBA-00A8-4D75-A9E2-0F20195BD72B}" dt="2023-04-18T12:57:56.315" v="49" actId="1076"/>
          <ac:spMkLst>
            <pc:docMk/>
            <pc:sldMk cId="3240878741" sldId="1557"/>
            <ac:spMk id="4" creationId="{2819E332-B21F-BE47-DEE7-2946536C6AD8}"/>
          </ac:spMkLst>
        </pc:spChg>
        <pc:picChg chg="mod">
          <ac:chgData name="Thomas Bourgeat" userId="6fd801170b580c69" providerId="LiveId" clId="{44DDFDBA-00A8-4D75-A9E2-0F20195BD72B}" dt="2023-04-18T12:57:44.609" v="34" actId="1076"/>
          <ac:picMkLst>
            <pc:docMk/>
            <pc:sldMk cId="3240878741" sldId="1557"/>
            <ac:picMk id="8" creationId="{7A016356-9790-41EB-AF8C-DAAA7B1455CB}"/>
          </ac:picMkLst>
        </pc:picChg>
        <pc:cxnChg chg="add mod">
          <ac:chgData name="Thomas Bourgeat" userId="6fd801170b580c69" providerId="LiveId" clId="{44DDFDBA-00A8-4D75-A9E2-0F20195BD72B}" dt="2023-04-18T12:58:08.618" v="51" actId="13822"/>
          <ac:cxnSpMkLst>
            <pc:docMk/>
            <pc:sldMk cId="3240878741" sldId="1557"/>
            <ac:cxnSpMk id="9" creationId="{50ED5342-1DF5-083E-4C1C-2EBF80340C6C}"/>
          </ac:cxnSpMkLst>
        </pc:cxnChg>
      </pc:sldChg>
      <pc:sldChg chg="modAnim">
        <pc:chgData name="Thomas Bourgeat" userId="6fd801170b580c69" providerId="LiveId" clId="{44DDFDBA-00A8-4D75-A9E2-0F20195BD72B}" dt="2023-04-18T13:24:39.630" v="1861"/>
        <pc:sldMkLst>
          <pc:docMk/>
          <pc:sldMk cId="209625696" sldId="1568"/>
        </pc:sldMkLst>
      </pc:sldChg>
      <pc:sldChg chg="modSp mod modAnim">
        <pc:chgData name="Thomas Bourgeat" userId="6fd801170b580c69" providerId="LiveId" clId="{44DDFDBA-00A8-4D75-A9E2-0F20195BD72B}" dt="2023-04-18T13:25:38.792" v="1868"/>
        <pc:sldMkLst>
          <pc:docMk/>
          <pc:sldMk cId="1055185947" sldId="1580"/>
        </pc:sldMkLst>
        <pc:spChg chg="mod">
          <ac:chgData name="Thomas Bourgeat" userId="6fd801170b580c69" providerId="LiveId" clId="{44DDFDBA-00A8-4D75-A9E2-0F20195BD72B}" dt="2023-04-18T13:25:29.431" v="1866" actId="1076"/>
          <ac:spMkLst>
            <pc:docMk/>
            <pc:sldMk cId="1055185947" sldId="1580"/>
            <ac:spMk id="11" creationId="{22D53FB3-A6A7-468A-ABD2-2D71F6D1FCD7}"/>
          </ac:spMkLst>
        </pc:spChg>
      </pc:sldChg>
      <pc:sldChg chg="modSp modAnim">
        <pc:chgData name="Thomas Bourgeat" userId="6fd801170b580c69" providerId="LiveId" clId="{44DDFDBA-00A8-4D75-A9E2-0F20195BD72B}" dt="2023-04-18T13:26:34.680" v="1871" actId="20577"/>
        <pc:sldMkLst>
          <pc:docMk/>
          <pc:sldMk cId="1705544255" sldId="1593"/>
        </pc:sldMkLst>
        <pc:spChg chg="mod">
          <ac:chgData name="Thomas Bourgeat" userId="6fd801170b580c69" providerId="LiveId" clId="{44DDFDBA-00A8-4D75-A9E2-0F20195BD72B}" dt="2023-04-18T13:26:34.680" v="1871" actId="20577"/>
          <ac:spMkLst>
            <pc:docMk/>
            <pc:sldMk cId="1705544255" sldId="1593"/>
            <ac:spMk id="3" creationId="{5D078F86-2B21-48DC-96E4-AA2AF41B72F1}"/>
          </ac:spMkLst>
        </pc:spChg>
      </pc:sldChg>
      <pc:sldChg chg="modSp">
        <pc:chgData name="Thomas Bourgeat" userId="6fd801170b580c69" providerId="LiveId" clId="{44DDFDBA-00A8-4D75-A9E2-0F20195BD72B}" dt="2023-04-18T13:27:47.777" v="1873" actId="20577"/>
        <pc:sldMkLst>
          <pc:docMk/>
          <pc:sldMk cId="3809377635" sldId="1594"/>
        </pc:sldMkLst>
        <pc:spChg chg="mod">
          <ac:chgData name="Thomas Bourgeat" userId="6fd801170b580c69" providerId="LiveId" clId="{44DDFDBA-00A8-4D75-A9E2-0F20195BD72B}" dt="2023-04-18T13:27:47.777" v="1873" actId="20577"/>
          <ac:spMkLst>
            <pc:docMk/>
            <pc:sldMk cId="3809377635" sldId="1594"/>
            <ac:spMk id="2" creationId="{731DEFC2-5E61-4B7C-A012-54B6CEF28678}"/>
          </ac:spMkLst>
        </pc:spChg>
      </pc:sldChg>
      <pc:sldChg chg="addSp delSp modSp new mod modClrScheme chgLayout">
        <pc:chgData name="Thomas Bourgeat" userId="6fd801170b580c69" providerId="LiveId" clId="{44DDFDBA-00A8-4D75-A9E2-0F20195BD72B}" dt="2023-04-18T12:58:24.541" v="65" actId="20577"/>
        <pc:sldMkLst>
          <pc:docMk/>
          <pc:sldMk cId="259341046" sldId="1596"/>
        </pc:sldMkLst>
        <pc:spChg chg="del mod ord">
          <ac:chgData name="Thomas Bourgeat" userId="6fd801170b580c69" providerId="LiveId" clId="{44DDFDBA-00A8-4D75-A9E2-0F20195BD72B}" dt="2023-04-18T12:55:44.146" v="1" actId="700"/>
          <ac:spMkLst>
            <pc:docMk/>
            <pc:sldMk cId="259341046" sldId="1596"/>
            <ac:spMk id="2" creationId="{395FE93C-4DD5-39B9-E06E-9DA4BA7ABAC7}"/>
          </ac:spMkLst>
        </pc:spChg>
        <pc:spChg chg="del mod ord">
          <ac:chgData name="Thomas Bourgeat" userId="6fd801170b580c69" providerId="LiveId" clId="{44DDFDBA-00A8-4D75-A9E2-0F20195BD72B}" dt="2023-04-18T12:55:44.146" v="1" actId="700"/>
          <ac:spMkLst>
            <pc:docMk/>
            <pc:sldMk cId="259341046" sldId="1596"/>
            <ac:spMk id="3" creationId="{F81205A3-084C-EA9B-00F4-61B125E5CEB2}"/>
          </ac:spMkLst>
        </pc:spChg>
        <pc:spChg chg="mod ord">
          <ac:chgData name="Thomas Bourgeat" userId="6fd801170b580c69" providerId="LiveId" clId="{44DDFDBA-00A8-4D75-A9E2-0F20195BD72B}" dt="2023-04-18T12:55:44.146" v="1" actId="700"/>
          <ac:spMkLst>
            <pc:docMk/>
            <pc:sldMk cId="259341046" sldId="1596"/>
            <ac:spMk id="4" creationId="{DE57E492-D3F8-21D1-1F34-5675980337F3}"/>
          </ac:spMkLst>
        </pc:spChg>
        <pc:spChg chg="mod ord">
          <ac:chgData name="Thomas Bourgeat" userId="6fd801170b580c69" providerId="LiveId" clId="{44DDFDBA-00A8-4D75-A9E2-0F20195BD72B}" dt="2023-04-18T12:55:44.146" v="1" actId="700"/>
          <ac:spMkLst>
            <pc:docMk/>
            <pc:sldMk cId="259341046" sldId="1596"/>
            <ac:spMk id="5" creationId="{5A5B9282-BF7B-EB31-51E5-BC845C931F19}"/>
          </ac:spMkLst>
        </pc:spChg>
        <pc:spChg chg="add mod ord">
          <ac:chgData name="Thomas Bourgeat" userId="6fd801170b580c69" providerId="LiveId" clId="{44DDFDBA-00A8-4D75-A9E2-0F20195BD72B}" dt="2023-04-18T12:57:00.481" v="21" actId="20577"/>
          <ac:spMkLst>
            <pc:docMk/>
            <pc:sldMk cId="259341046" sldId="1596"/>
            <ac:spMk id="6" creationId="{942B5048-85B2-15B3-E986-5D12F9A3C5CE}"/>
          </ac:spMkLst>
        </pc:spChg>
        <pc:spChg chg="add mod ord">
          <ac:chgData name="Thomas Bourgeat" userId="6fd801170b580c69" providerId="LiveId" clId="{44DDFDBA-00A8-4D75-A9E2-0F20195BD72B}" dt="2023-04-18T12:58:24.541" v="65" actId="20577"/>
          <ac:spMkLst>
            <pc:docMk/>
            <pc:sldMk cId="259341046" sldId="1596"/>
            <ac:spMk id="7" creationId="{D1CEE652-FC8A-B0FC-3D5F-24F07C8543B9}"/>
          </ac:spMkLst>
        </pc:spChg>
      </pc:sldChg>
      <pc:sldChg chg="addSp delSp modSp new mod">
        <pc:chgData name="Thomas Bourgeat" userId="6fd801170b580c69" providerId="LiveId" clId="{44DDFDBA-00A8-4D75-A9E2-0F20195BD72B}" dt="2023-04-18T13:09:07.205" v="277" actId="20577"/>
        <pc:sldMkLst>
          <pc:docMk/>
          <pc:sldMk cId="3151388779" sldId="1597"/>
        </pc:sldMkLst>
        <pc:spChg chg="mod">
          <ac:chgData name="Thomas Bourgeat" userId="6fd801170b580c69" providerId="LiveId" clId="{44DDFDBA-00A8-4D75-A9E2-0F20195BD72B}" dt="2023-04-18T13:09:07.205" v="277" actId="20577"/>
          <ac:spMkLst>
            <pc:docMk/>
            <pc:sldMk cId="3151388779" sldId="1597"/>
            <ac:spMk id="2" creationId="{B1C53231-C8CB-57B8-2EE6-1FE56AF8CD9B}"/>
          </ac:spMkLst>
        </pc:spChg>
        <pc:spChg chg="del">
          <ac:chgData name="Thomas Bourgeat" userId="6fd801170b580c69" providerId="LiveId" clId="{44DDFDBA-00A8-4D75-A9E2-0F20195BD72B}" dt="2023-04-18T12:59:43.998" v="81" actId="931"/>
          <ac:spMkLst>
            <pc:docMk/>
            <pc:sldMk cId="3151388779" sldId="1597"/>
            <ac:spMk id="3" creationId="{DD282723-1D41-1C32-D80B-D8F64BE45C7B}"/>
          </ac:spMkLst>
        </pc:spChg>
        <pc:spChg chg="add mod">
          <ac:chgData name="Thomas Bourgeat" userId="6fd801170b580c69" providerId="LiveId" clId="{44DDFDBA-00A8-4D75-A9E2-0F20195BD72B}" dt="2023-04-18T13:08:23.883" v="254" actId="20577"/>
          <ac:spMkLst>
            <pc:docMk/>
            <pc:sldMk cId="3151388779" sldId="1597"/>
            <ac:spMk id="8" creationId="{B44CDE7D-DAC9-EFB6-AF5B-7FBA8498F4A8}"/>
          </ac:spMkLst>
        </pc:spChg>
        <pc:picChg chg="add mod">
          <ac:chgData name="Thomas Bourgeat" userId="6fd801170b580c69" providerId="LiveId" clId="{44DDFDBA-00A8-4D75-A9E2-0F20195BD72B}" dt="2023-04-18T13:06:15.494" v="226" actId="1076"/>
          <ac:picMkLst>
            <pc:docMk/>
            <pc:sldMk cId="3151388779" sldId="1597"/>
            <ac:picMk id="7" creationId="{4FB66C5B-4E6E-C2EF-D273-E5B9ECAA0C6A}"/>
          </ac:picMkLst>
        </pc:picChg>
      </pc:sldChg>
      <pc:sldChg chg="modSp add mod ord">
        <pc:chgData name="Thomas Bourgeat" userId="6fd801170b580c69" providerId="LiveId" clId="{44DDFDBA-00A8-4D75-A9E2-0F20195BD72B}" dt="2023-04-18T13:18:00.878" v="1422" actId="20577"/>
        <pc:sldMkLst>
          <pc:docMk/>
          <pc:sldMk cId="2757228417" sldId="1598"/>
        </pc:sldMkLst>
        <pc:spChg chg="mod">
          <ac:chgData name="Thomas Bourgeat" userId="6fd801170b580c69" providerId="LiveId" clId="{44DDFDBA-00A8-4D75-A9E2-0F20195BD72B}" dt="2023-04-18T13:18:00.878" v="1422" actId="20577"/>
          <ac:spMkLst>
            <pc:docMk/>
            <pc:sldMk cId="2757228417" sldId="1598"/>
            <ac:spMk id="2" creationId="{DA1D5067-221F-4CB8-8B57-5A9C07449398}"/>
          </ac:spMkLst>
        </pc:spChg>
        <pc:spChg chg="mod">
          <ac:chgData name="Thomas Bourgeat" userId="6fd801170b580c69" providerId="LiveId" clId="{44DDFDBA-00A8-4D75-A9E2-0F20195BD72B}" dt="2023-04-18T13:15:08.283" v="1192" actId="20577"/>
          <ac:spMkLst>
            <pc:docMk/>
            <pc:sldMk cId="2757228417" sldId="1598"/>
            <ac:spMk id="3" creationId="{72325D97-1945-4B6D-BED6-084F96CB50AC}"/>
          </ac:spMkLst>
        </pc:spChg>
      </pc:sldChg>
      <pc:sldChg chg="modSp add mod modAnim">
        <pc:chgData name="Thomas Bourgeat" userId="6fd801170b580c69" providerId="LiveId" clId="{44DDFDBA-00A8-4D75-A9E2-0F20195BD72B}" dt="2023-04-18T13:20:55.937" v="1811"/>
        <pc:sldMkLst>
          <pc:docMk/>
          <pc:sldMk cId="4246298971" sldId="1599"/>
        </pc:sldMkLst>
        <pc:spChg chg="mod">
          <ac:chgData name="Thomas Bourgeat" userId="6fd801170b580c69" providerId="LiveId" clId="{44DDFDBA-00A8-4D75-A9E2-0F20195BD72B}" dt="2023-04-18T13:18:06.305" v="1431" actId="20577"/>
          <ac:spMkLst>
            <pc:docMk/>
            <pc:sldMk cId="4246298971" sldId="1599"/>
            <ac:spMk id="2" creationId="{DA1D5067-221F-4CB8-8B57-5A9C07449398}"/>
          </ac:spMkLst>
        </pc:spChg>
        <pc:spChg chg="mod">
          <ac:chgData name="Thomas Bourgeat" userId="6fd801170b580c69" providerId="LiveId" clId="{44DDFDBA-00A8-4D75-A9E2-0F20195BD72B}" dt="2023-04-18T13:20:48.358" v="1809" actId="20577"/>
          <ac:spMkLst>
            <pc:docMk/>
            <pc:sldMk cId="4246298971" sldId="1599"/>
            <ac:spMk id="3" creationId="{72325D97-1945-4B6D-BED6-084F96CB50AC}"/>
          </ac:spMkLst>
        </pc:spChg>
      </pc:sldChg>
    </pc:docChg>
  </pc:docChgLst>
  <pc:docChgLst>
    <pc:chgData name="Thomas Bourgeat" userId="6fd801170b580c69" providerId="LiveId" clId="{E41B2F5C-D462-4AC4-A6A0-CFEC5BA0A455}"/>
    <pc:docChg chg="undo custSel addSld delSld modSld sldOrd modMainMaster modSection">
      <pc:chgData name="Thomas Bourgeat" userId="6fd801170b580c69" providerId="LiveId" clId="{E41B2F5C-D462-4AC4-A6A0-CFEC5BA0A455}" dt="2023-04-18T12:22:03.534" v="20212" actId="404"/>
      <pc:docMkLst>
        <pc:docMk/>
      </pc:docMkLst>
      <pc:sldChg chg="modSp mod">
        <pc:chgData name="Thomas Bourgeat" userId="6fd801170b580c69" providerId="LiveId" clId="{E41B2F5C-D462-4AC4-A6A0-CFEC5BA0A455}" dt="2023-04-17T21:09:18.925" v="3866" actId="20577"/>
        <pc:sldMkLst>
          <pc:docMk/>
          <pc:sldMk cId="2941516965" sldId="1293"/>
        </pc:sldMkLst>
        <pc:spChg chg="mod">
          <ac:chgData name="Thomas Bourgeat" userId="6fd801170b580c69" providerId="LiveId" clId="{E41B2F5C-D462-4AC4-A6A0-CFEC5BA0A455}" dt="2023-04-17T21:09:18.925" v="3866" actId="20577"/>
          <ac:spMkLst>
            <pc:docMk/>
            <pc:sldMk cId="2941516965" sldId="1293"/>
            <ac:spMk id="3074" creationId="{00000000-0000-0000-0000-000000000000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697743295" sldId="1510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267094381" sldId="1514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2657668136" sldId="1515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28624736" sldId="1516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975819189" sldId="1517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550421486" sldId="1518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2377371699" sldId="1519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199794965" sldId="1520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152047443" sldId="1525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90262929" sldId="1527"/>
        </pc:sldMkLst>
      </pc:sldChg>
      <pc:sldChg chg="modSp mod ord modAnim">
        <pc:chgData name="Thomas Bourgeat" userId="6fd801170b580c69" providerId="LiveId" clId="{E41B2F5C-D462-4AC4-A6A0-CFEC5BA0A455}" dt="2023-04-18T12:22:03.534" v="20212" actId="404"/>
        <pc:sldMkLst>
          <pc:docMk/>
          <pc:sldMk cId="1195735943" sldId="1530"/>
        </pc:sldMkLst>
        <pc:spChg chg="mod">
          <ac:chgData name="Thomas Bourgeat" userId="6fd801170b580c69" providerId="LiveId" clId="{E41B2F5C-D462-4AC4-A6A0-CFEC5BA0A455}" dt="2023-04-18T12:22:03.534" v="20212" actId="404"/>
          <ac:spMkLst>
            <pc:docMk/>
            <pc:sldMk cId="1195735943" sldId="1530"/>
            <ac:spMk id="2" creationId="{DA1D5067-221F-4CB8-8B57-5A9C07449398}"/>
          </ac:spMkLst>
        </pc:spChg>
        <pc:spChg chg="mod">
          <ac:chgData name="Thomas Bourgeat" userId="6fd801170b580c69" providerId="LiveId" clId="{E41B2F5C-D462-4AC4-A6A0-CFEC5BA0A455}" dt="2023-04-18T12:21:51.391" v="20180" actId="20577"/>
          <ac:spMkLst>
            <pc:docMk/>
            <pc:sldMk cId="1195735943" sldId="1530"/>
            <ac:spMk id="3" creationId="{72325D97-1945-4B6D-BED6-084F96CB50AC}"/>
          </ac:spMkLst>
        </pc:spChg>
      </pc:sldChg>
      <pc:sldChg chg="modSp new mod">
        <pc:chgData name="Thomas Bourgeat" userId="6fd801170b580c69" providerId="LiveId" clId="{E41B2F5C-D462-4AC4-A6A0-CFEC5BA0A455}" dt="2023-04-18T11:21:04.473" v="17696" actId="20577"/>
        <pc:sldMkLst>
          <pc:docMk/>
          <pc:sldMk cId="4109049724" sldId="1531"/>
        </pc:sldMkLst>
        <pc:spChg chg="mod">
          <ac:chgData name="Thomas Bourgeat" userId="6fd801170b580c69" providerId="LiveId" clId="{E41B2F5C-D462-4AC4-A6A0-CFEC5BA0A455}" dt="2023-04-17T16:09:32.941" v="34" actId="20577"/>
          <ac:spMkLst>
            <pc:docMk/>
            <pc:sldMk cId="4109049724" sldId="1531"/>
            <ac:spMk id="2" creationId="{3EEF0554-6DEE-4993-A568-343CF899DE8A}"/>
          </ac:spMkLst>
        </pc:spChg>
        <pc:spChg chg="mod">
          <ac:chgData name="Thomas Bourgeat" userId="6fd801170b580c69" providerId="LiveId" clId="{E41B2F5C-D462-4AC4-A6A0-CFEC5BA0A455}" dt="2023-04-18T11:21:04.473" v="17696" actId="20577"/>
          <ac:spMkLst>
            <pc:docMk/>
            <pc:sldMk cId="4109049724" sldId="1531"/>
            <ac:spMk id="3" creationId="{5A79D76A-5BDB-4F69-BE44-2ECB4BBC8B56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4177316749" sldId="1531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2690422236" sldId="1532"/>
        </pc:sldMkLst>
      </pc:sldChg>
      <pc:sldChg chg="modSp new del mod">
        <pc:chgData name="Thomas Bourgeat" userId="6fd801170b580c69" providerId="LiveId" clId="{E41B2F5C-D462-4AC4-A6A0-CFEC5BA0A455}" dt="2023-04-18T05:09:49.943" v="15401" actId="47"/>
        <pc:sldMkLst>
          <pc:docMk/>
          <pc:sldMk cId="3141836742" sldId="1532"/>
        </pc:sldMkLst>
        <pc:spChg chg="mod">
          <ac:chgData name="Thomas Bourgeat" userId="6fd801170b580c69" providerId="LiveId" clId="{E41B2F5C-D462-4AC4-A6A0-CFEC5BA0A455}" dt="2023-04-17T16:40:06.342" v="458" actId="20577"/>
          <ac:spMkLst>
            <pc:docMk/>
            <pc:sldMk cId="3141836742" sldId="1532"/>
            <ac:spMk id="2" creationId="{D0F42A22-2042-43A5-82B9-8C6E702FC9A5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877754077" sldId="1533"/>
        </pc:sldMkLst>
      </pc:sldChg>
      <pc:sldChg chg="modSp add del mod ord">
        <pc:chgData name="Thomas Bourgeat" userId="6fd801170b580c69" providerId="LiveId" clId="{E41B2F5C-D462-4AC4-A6A0-CFEC5BA0A455}" dt="2023-04-18T05:09:50.729" v="15402" actId="47"/>
        <pc:sldMkLst>
          <pc:docMk/>
          <pc:sldMk cId="2922282895" sldId="1533"/>
        </pc:sldMkLst>
        <pc:spChg chg="mod">
          <ac:chgData name="Thomas Bourgeat" userId="6fd801170b580c69" providerId="LiveId" clId="{E41B2F5C-D462-4AC4-A6A0-CFEC5BA0A455}" dt="2023-04-17T16:14:41.940" v="237" actId="20577"/>
          <ac:spMkLst>
            <pc:docMk/>
            <pc:sldMk cId="2922282895" sldId="1533"/>
            <ac:spMk id="2" creationId="{D0F42A22-2042-43A5-82B9-8C6E702FC9A5}"/>
          </ac:spMkLst>
        </pc:spChg>
      </pc:sldChg>
      <pc:sldChg chg="modSp new mod modAnim">
        <pc:chgData name="Thomas Bourgeat" userId="6fd801170b580c69" providerId="LiveId" clId="{E41B2F5C-D462-4AC4-A6A0-CFEC5BA0A455}" dt="2023-04-18T03:38:28.506" v="11238" actId="113"/>
        <pc:sldMkLst>
          <pc:docMk/>
          <pc:sldMk cId="2688126681" sldId="1534"/>
        </pc:sldMkLst>
        <pc:spChg chg="mod">
          <ac:chgData name="Thomas Bourgeat" userId="6fd801170b580c69" providerId="LiveId" clId="{E41B2F5C-D462-4AC4-A6A0-CFEC5BA0A455}" dt="2023-04-17T17:55:17.793" v="1848" actId="20577"/>
          <ac:spMkLst>
            <pc:docMk/>
            <pc:sldMk cId="2688126681" sldId="1534"/>
            <ac:spMk id="2" creationId="{3973BF97-6790-49E9-80D4-E1D40A876ABB}"/>
          </ac:spMkLst>
        </pc:spChg>
        <pc:spChg chg="mod">
          <ac:chgData name="Thomas Bourgeat" userId="6fd801170b580c69" providerId="LiveId" clId="{E41B2F5C-D462-4AC4-A6A0-CFEC5BA0A455}" dt="2023-04-18T03:38:28.506" v="11238" actId="113"/>
          <ac:spMkLst>
            <pc:docMk/>
            <pc:sldMk cId="2688126681" sldId="1534"/>
            <ac:spMk id="3" creationId="{23AB4251-6D02-4FF6-BDCD-B8B07B5F5259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672305706" sldId="1534"/>
        </pc:sldMkLst>
      </pc:sldChg>
      <pc:sldChg chg="modSp new del mod ord">
        <pc:chgData name="Thomas Bourgeat" userId="6fd801170b580c69" providerId="LiveId" clId="{E41B2F5C-D462-4AC4-A6A0-CFEC5BA0A455}" dt="2023-04-18T05:23:31.675" v="16354" actId="47"/>
        <pc:sldMkLst>
          <pc:docMk/>
          <pc:sldMk cId="786483502" sldId="1535"/>
        </pc:sldMkLst>
        <pc:spChg chg="mod">
          <ac:chgData name="Thomas Bourgeat" userId="6fd801170b580c69" providerId="LiveId" clId="{E41B2F5C-D462-4AC4-A6A0-CFEC5BA0A455}" dt="2023-04-17T20:39:27.314" v="3318" actId="20577"/>
          <ac:spMkLst>
            <pc:docMk/>
            <pc:sldMk cId="786483502" sldId="1535"/>
            <ac:spMk id="2" creationId="{B82DC07E-408E-480C-8F29-793073596C07}"/>
          </ac:spMkLst>
        </pc:spChg>
        <pc:spChg chg="mod">
          <ac:chgData name="Thomas Bourgeat" userId="6fd801170b580c69" providerId="LiveId" clId="{E41B2F5C-D462-4AC4-A6A0-CFEC5BA0A455}" dt="2023-04-17T20:44:36.201" v="3366" actId="20577"/>
          <ac:spMkLst>
            <pc:docMk/>
            <pc:sldMk cId="786483502" sldId="1535"/>
            <ac:spMk id="3" creationId="{DD5F4FE1-0E6B-4C78-BB16-301874CBA8D2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648836852" sldId="1536"/>
        </pc:sldMkLst>
      </pc:sldChg>
      <pc:sldChg chg="addSp delSp modSp new mod modClrScheme chgLayout">
        <pc:chgData name="Thomas Bourgeat" userId="6fd801170b580c69" providerId="LiveId" clId="{E41B2F5C-D462-4AC4-A6A0-CFEC5BA0A455}" dt="2023-04-18T05:23:42.684" v="16406" actId="20577"/>
        <pc:sldMkLst>
          <pc:docMk/>
          <pc:sldMk cId="4121439824" sldId="1536"/>
        </pc:sldMkLst>
        <pc:spChg chg="del mod ord">
          <ac:chgData name="Thomas Bourgeat" userId="6fd801170b580c69" providerId="LiveId" clId="{E41B2F5C-D462-4AC4-A6A0-CFEC5BA0A455}" dt="2023-04-17T16:52:45.683" v="532" actId="700"/>
          <ac:spMkLst>
            <pc:docMk/>
            <pc:sldMk cId="4121439824" sldId="1536"/>
            <ac:spMk id="2" creationId="{0C0207EF-504E-4749-B1FF-821E2B883550}"/>
          </ac:spMkLst>
        </pc:spChg>
        <pc:spChg chg="del mod ord">
          <ac:chgData name="Thomas Bourgeat" userId="6fd801170b580c69" providerId="LiveId" clId="{E41B2F5C-D462-4AC4-A6A0-CFEC5BA0A455}" dt="2023-04-17T16:52:45.683" v="532" actId="700"/>
          <ac:spMkLst>
            <pc:docMk/>
            <pc:sldMk cId="4121439824" sldId="1536"/>
            <ac:spMk id="3" creationId="{984B17E7-FCB1-4CEC-9669-D4BB69ECFEFD}"/>
          </ac:spMkLst>
        </pc:spChg>
        <pc:spChg chg="mod ord">
          <ac:chgData name="Thomas Bourgeat" userId="6fd801170b580c69" providerId="LiveId" clId="{E41B2F5C-D462-4AC4-A6A0-CFEC5BA0A455}" dt="2023-04-17T16:52:45.683" v="532" actId="700"/>
          <ac:spMkLst>
            <pc:docMk/>
            <pc:sldMk cId="4121439824" sldId="1536"/>
            <ac:spMk id="4" creationId="{A25222BB-8373-427F-9E5B-A17497B7904B}"/>
          </ac:spMkLst>
        </pc:spChg>
        <pc:spChg chg="mod ord">
          <ac:chgData name="Thomas Bourgeat" userId="6fd801170b580c69" providerId="LiveId" clId="{E41B2F5C-D462-4AC4-A6A0-CFEC5BA0A455}" dt="2023-04-17T16:52:45.683" v="532" actId="700"/>
          <ac:spMkLst>
            <pc:docMk/>
            <pc:sldMk cId="4121439824" sldId="1536"/>
            <ac:spMk id="5" creationId="{A6FC05E0-0E94-455B-B565-1FDF1ACDFA4A}"/>
          </ac:spMkLst>
        </pc:spChg>
        <pc:spChg chg="add mod ord">
          <ac:chgData name="Thomas Bourgeat" userId="6fd801170b580c69" providerId="LiveId" clId="{E41B2F5C-D462-4AC4-A6A0-CFEC5BA0A455}" dt="2023-04-17T20:38:23.248" v="3233" actId="20577"/>
          <ac:spMkLst>
            <pc:docMk/>
            <pc:sldMk cId="4121439824" sldId="1536"/>
            <ac:spMk id="6" creationId="{C0141153-EC7F-4DCA-913B-D1E6A43B008D}"/>
          </ac:spMkLst>
        </pc:spChg>
        <pc:spChg chg="add mod ord">
          <ac:chgData name="Thomas Bourgeat" userId="6fd801170b580c69" providerId="LiveId" clId="{E41B2F5C-D462-4AC4-A6A0-CFEC5BA0A455}" dt="2023-04-18T05:23:42.684" v="16406" actId="20577"/>
          <ac:spMkLst>
            <pc:docMk/>
            <pc:sldMk cId="4121439824" sldId="1536"/>
            <ac:spMk id="7" creationId="{6A30CB16-E27B-4380-902B-A9DA8A653EBC}"/>
          </ac:spMkLst>
        </pc:spChg>
      </pc:sldChg>
      <pc:sldChg chg="modSp new mod ord modAnim">
        <pc:chgData name="Thomas Bourgeat" userId="6fd801170b580c69" providerId="LiveId" clId="{E41B2F5C-D462-4AC4-A6A0-CFEC5BA0A455}" dt="2023-04-18T12:13:39.206" v="19229" actId="20577"/>
        <pc:sldMkLst>
          <pc:docMk/>
          <pc:sldMk cId="23946252" sldId="1537"/>
        </pc:sldMkLst>
        <pc:spChg chg="mod">
          <ac:chgData name="Thomas Bourgeat" userId="6fd801170b580c69" providerId="LiveId" clId="{E41B2F5C-D462-4AC4-A6A0-CFEC5BA0A455}" dt="2023-04-18T05:21:16.630" v="16101" actId="20577"/>
          <ac:spMkLst>
            <pc:docMk/>
            <pc:sldMk cId="23946252" sldId="1537"/>
            <ac:spMk id="2" creationId="{E7C5D6CA-CA4C-4987-96B2-80C03899A38A}"/>
          </ac:spMkLst>
        </pc:spChg>
        <pc:spChg chg="mod">
          <ac:chgData name="Thomas Bourgeat" userId="6fd801170b580c69" providerId="LiveId" clId="{E41B2F5C-D462-4AC4-A6A0-CFEC5BA0A455}" dt="2023-04-18T12:13:39.206" v="19229" actId="20577"/>
          <ac:spMkLst>
            <pc:docMk/>
            <pc:sldMk cId="23946252" sldId="1537"/>
            <ac:spMk id="3" creationId="{2746C8C7-392D-42B4-B8BF-8F81A5451CF5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466212696" sldId="1537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93795866" sldId="1538"/>
        </pc:sldMkLst>
      </pc:sldChg>
      <pc:sldChg chg="modSp new mod">
        <pc:chgData name="Thomas Bourgeat" userId="6fd801170b580c69" providerId="LiveId" clId="{E41B2F5C-D462-4AC4-A6A0-CFEC5BA0A455}" dt="2023-04-18T05:36:25.969" v="17207" actId="21"/>
        <pc:sldMkLst>
          <pc:docMk/>
          <pc:sldMk cId="1381050980" sldId="1538"/>
        </pc:sldMkLst>
        <pc:spChg chg="mod">
          <ac:chgData name="Thomas Bourgeat" userId="6fd801170b580c69" providerId="LiveId" clId="{E41B2F5C-D462-4AC4-A6A0-CFEC5BA0A455}" dt="2023-04-17T17:00:31.420" v="791" actId="20577"/>
          <ac:spMkLst>
            <pc:docMk/>
            <pc:sldMk cId="1381050980" sldId="1538"/>
            <ac:spMk id="2" creationId="{1DD198E2-EEFF-4A45-8A50-E137F7B0F9D3}"/>
          </ac:spMkLst>
        </pc:spChg>
        <pc:spChg chg="mod">
          <ac:chgData name="Thomas Bourgeat" userId="6fd801170b580c69" providerId="LiveId" clId="{E41B2F5C-D462-4AC4-A6A0-CFEC5BA0A455}" dt="2023-04-18T05:36:25.969" v="17207" actId="21"/>
          <ac:spMkLst>
            <pc:docMk/>
            <pc:sldMk cId="1381050980" sldId="1538"/>
            <ac:spMk id="3" creationId="{61D1991D-2A5C-462F-A1B8-80FC7A39D60A}"/>
          </ac:spMkLst>
        </pc:spChg>
      </pc:sldChg>
      <pc:sldChg chg="modSp new del mod ord">
        <pc:chgData name="Thomas Bourgeat" userId="6fd801170b580c69" providerId="LiveId" clId="{E41B2F5C-D462-4AC4-A6A0-CFEC5BA0A455}" dt="2023-04-18T04:55:51.316" v="14847" actId="47"/>
        <pc:sldMkLst>
          <pc:docMk/>
          <pc:sldMk cId="3013837680" sldId="1539"/>
        </pc:sldMkLst>
        <pc:spChg chg="mod">
          <ac:chgData name="Thomas Bourgeat" userId="6fd801170b580c69" providerId="LiveId" clId="{E41B2F5C-D462-4AC4-A6A0-CFEC5BA0A455}" dt="2023-04-17T17:15:56.547" v="1339" actId="20577"/>
          <ac:spMkLst>
            <pc:docMk/>
            <pc:sldMk cId="3013837680" sldId="1539"/>
            <ac:spMk id="2" creationId="{D2A0C400-B531-4F4A-BD91-49CBB8364A1D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689800948" sldId="1540"/>
        </pc:sldMkLst>
      </pc:sldChg>
      <pc:sldChg chg="modSp new mod">
        <pc:chgData name="Thomas Bourgeat" userId="6fd801170b580c69" providerId="LiveId" clId="{E41B2F5C-D462-4AC4-A6A0-CFEC5BA0A455}" dt="2023-04-17T17:48:38.276" v="1730" actId="20577"/>
        <pc:sldMkLst>
          <pc:docMk/>
          <pc:sldMk cId="2450039124" sldId="1540"/>
        </pc:sldMkLst>
        <pc:spChg chg="mod">
          <ac:chgData name="Thomas Bourgeat" userId="6fd801170b580c69" providerId="LiveId" clId="{E41B2F5C-D462-4AC4-A6A0-CFEC5BA0A455}" dt="2023-04-17T17:33:44.625" v="1526" actId="20577"/>
          <ac:spMkLst>
            <pc:docMk/>
            <pc:sldMk cId="2450039124" sldId="1540"/>
            <ac:spMk id="2" creationId="{210FD09E-7213-415E-BED1-B784344BB08B}"/>
          </ac:spMkLst>
        </pc:spChg>
        <pc:spChg chg="mod">
          <ac:chgData name="Thomas Bourgeat" userId="6fd801170b580c69" providerId="LiveId" clId="{E41B2F5C-D462-4AC4-A6A0-CFEC5BA0A455}" dt="2023-04-17T17:48:38.276" v="1730" actId="20577"/>
          <ac:spMkLst>
            <pc:docMk/>
            <pc:sldMk cId="2450039124" sldId="1540"/>
            <ac:spMk id="3" creationId="{1345453A-F3F9-43CA-8258-4B2E290B6154}"/>
          </ac:spMkLst>
        </pc:spChg>
      </pc:sldChg>
      <pc:sldChg chg="new del">
        <pc:chgData name="Thomas Bourgeat" userId="6fd801170b580c69" providerId="LiveId" clId="{E41B2F5C-D462-4AC4-A6A0-CFEC5BA0A455}" dt="2023-04-17T17:26:16.724" v="1422" actId="47"/>
        <pc:sldMkLst>
          <pc:docMk/>
          <pc:sldMk cId="3247942287" sldId="1540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412322299" sldId="1541"/>
        </pc:sldMkLst>
      </pc:sldChg>
      <pc:sldChg chg="modSp new del mod">
        <pc:chgData name="Thomas Bourgeat" userId="6fd801170b580c69" providerId="LiveId" clId="{E41B2F5C-D462-4AC4-A6A0-CFEC5BA0A455}" dt="2023-04-17T18:10:35.053" v="2230" actId="47"/>
        <pc:sldMkLst>
          <pc:docMk/>
          <pc:sldMk cId="1456413030" sldId="1541"/>
        </pc:sldMkLst>
        <pc:spChg chg="mod">
          <ac:chgData name="Thomas Bourgeat" userId="6fd801170b580c69" providerId="LiveId" clId="{E41B2F5C-D462-4AC4-A6A0-CFEC5BA0A455}" dt="2023-04-17T17:54:35.961" v="1754" actId="20577"/>
          <ac:spMkLst>
            <pc:docMk/>
            <pc:sldMk cId="1456413030" sldId="1541"/>
            <ac:spMk id="2" creationId="{F8A71009-AB42-419A-B218-578F5E773937}"/>
          </ac:spMkLst>
        </pc:spChg>
        <pc:spChg chg="mod">
          <ac:chgData name="Thomas Bourgeat" userId="6fd801170b580c69" providerId="LiveId" clId="{E41B2F5C-D462-4AC4-A6A0-CFEC5BA0A455}" dt="2023-04-17T17:54:42.378" v="1762" actId="20577"/>
          <ac:spMkLst>
            <pc:docMk/>
            <pc:sldMk cId="1456413030" sldId="1541"/>
            <ac:spMk id="3" creationId="{1DB7CE58-3CAE-4166-9B46-CF8F3903F6CC}"/>
          </ac:spMkLst>
        </pc:spChg>
      </pc:sldChg>
      <pc:sldChg chg="modSp new mod modAnim">
        <pc:chgData name="Thomas Bourgeat" userId="6fd801170b580c69" providerId="LiveId" clId="{E41B2F5C-D462-4AC4-A6A0-CFEC5BA0A455}" dt="2023-04-18T03:38:16.494" v="11235" actId="20577"/>
        <pc:sldMkLst>
          <pc:docMk/>
          <pc:sldMk cId="374333280" sldId="1542"/>
        </pc:sldMkLst>
        <pc:spChg chg="mod">
          <ac:chgData name="Thomas Bourgeat" userId="6fd801170b580c69" providerId="LiveId" clId="{E41B2F5C-D462-4AC4-A6A0-CFEC5BA0A455}" dt="2023-04-17T18:15:15.161" v="2323" actId="20577"/>
          <ac:spMkLst>
            <pc:docMk/>
            <pc:sldMk cId="374333280" sldId="1542"/>
            <ac:spMk id="2" creationId="{98FE7DC5-C554-4102-8CBC-F72613AA3AB7}"/>
          </ac:spMkLst>
        </pc:spChg>
        <pc:spChg chg="mod">
          <ac:chgData name="Thomas Bourgeat" userId="6fd801170b580c69" providerId="LiveId" clId="{E41B2F5C-D462-4AC4-A6A0-CFEC5BA0A455}" dt="2023-04-18T03:38:16.494" v="11235" actId="20577"/>
          <ac:spMkLst>
            <pc:docMk/>
            <pc:sldMk cId="374333280" sldId="1542"/>
            <ac:spMk id="3" creationId="{EB9F2346-C3CF-4838-8D9D-4D121B6DEF0A}"/>
          </ac:spMkLst>
        </pc:spChg>
        <pc:spChg chg="mod">
          <ac:chgData name="Thomas Bourgeat" userId="6fd801170b580c69" providerId="LiveId" clId="{E41B2F5C-D462-4AC4-A6A0-CFEC5BA0A455}" dt="2023-04-18T02:58:24.678" v="10465" actId="20577"/>
          <ac:spMkLst>
            <pc:docMk/>
            <pc:sldMk cId="374333280" sldId="1542"/>
            <ac:spMk id="6" creationId="{C2C648F2-4791-4D4B-8032-9A460686ED0E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024145561" sldId="1542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729508134" sldId="1543"/>
        </pc:sldMkLst>
      </pc:sldChg>
      <pc:sldChg chg="addSp delSp modSp new mod modAnim">
        <pc:chgData name="Thomas Bourgeat" userId="6fd801170b580c69" providerId="LiveId" clId="{E41B2F5C-D462-4AC4-A6A0-CFEC5BA0A455}" dt="2023-04-18T05:01:45.811" v="14971"/>
        <pc:sldMkLst>
          <pc:docMk/>
          <pc:sldMk cId="2926500699" sldId="1543"/>
        </pc:sldMkLst>
        <pc:spChg chg="mod">
          <ac:chgData name="Thomas Bourgeat" userId="6fd801170b580c69" providerId="LiveId" clId="{E41B2F5C-D462-4AC4-A6A0-CFEC5BA0A455}" dt="2023-04-18T04:59:25.543" v="14970" actId="20577"/>
          <ac:spMkLst>
            <pc:docMk/>
            <pc:sldMk cId="2926500699" sldId="1543"/>
            <ac:spMk id="2" creationId="{676F4C0D-74F3-4C55-A0E3-0BB773782736}"/>
          </ac:spMkLst>
        </pc:spChg>
        <pc:spChg chg="del">
          <ac:chgData name="Thomas Bourgeat" userId="6fd801170b580c69" providerId="LiveId" clId="{E41B2F5C-D462-4AC4-A6A0-CFEC5BA0A455}" dt="2023-04-17T23:21:30.761" v="4506" actId="478"/>
          <ac:spMkLst>
            <pc:docMk/>
            <pc:sldMk cId="2926500699" sldId="1543"/>
            <ac:spMk id="3" creationId="{CAB4A122-79E1-4273-B69B-5905E9ED75B9}"/>
          </ac:spMkLst>
        </pc:spChg>
        <pc:spChg chg="add mod">
          <ac:chgData name="Thomas Bourgeat" userId="6fd801170b580c69" providerId="LiveId" clId="{E41B2F5C-D462-4AC4-A6A0-CFEC5BA0A455}" dt="2023-04-18T02:21:28.484" v="9386" actId="404"/>
          <ac:spMkLst>
            <pc:docMk/>
            <pc:sldMk cId="2926500699" sldId="1543"/>
            <ac:spMk id="10" creationId="{02C80EE6-B139-459C-B92A-34C5A1B5E864}"/>
          </ac:spMkLst>
        </pc:spChg>
        <pc:spChg chg="add mod">
          <ac:chgData name="Thomas Bourgeat" userId="6fd801170b580c69" providerId="LiveId" clId="{E41B2F5C-D462-4AC4-A6A0-CFEC5BA0A455}" dt="2023-04-18T02:21:37.767" v="9389" actId="14100"/>
          <ac:spMkLst>
            <pc:docMk/>
            <pc:sldMk cId="2926500699" sldId="1543"/>
            <ac:spMk id="11" creationId="{60D06308-35EB-446D-B204-D42ECE8E66BE}"/>
          </ac:spMkLst>
        </pc:spChg>
        <pc:spChg chg="add mod">
          <ac:chgData name="Thomas Bourgeat" userId="6fd801170b580c69" providerId="LiveId" clId="{E41B2F5C-D462-4AC4-A6A0-CFEC5BA0A455}" dt="2023-04-18T04:58:07.618" v="14879" actId="1076"/>
          <ac:spMkLst>
            <pc:docMk/>
            <pc:sldMk cId="2926500699" sldId="1543"/>
            <ac:spMk id="17" creationId="{A56F2B53-9104-4202-A128-1B033ECF2BE2}"/>
          </ac:spMkLst>
        </pc:spChg>
        <pc:spChg chg="add mod">
          <ac:chgData name="Thomas Bourgeat" userId="6fd801170b580c69" providerId="LiveId" clId="{E41B2F5C-D462-4AC4-A6A0-CFEC5BA0A455}" dt="2023-04-18T04:58:31.067" v="14920" actId="1076"/>
          <ac:spMkLst>
            <pc:docMk/>
            <pc:sldMk cId="2926500699" sldId="1543"/>
            <ac:spMk id="18" creationId="{F9C01556-36D3-4E98-9CD5-10FF9FBDA693}"/>
          </ac:spMkLst>
        </pc:spChg>
        <pc:picChg chg="add mod modCrop">
          <ac:chgData name="Thomas Bourgeat" userId="6fd801170b580c69" providerId="LiveId" clId="{E41B2F5C-D462-4AC4-A6A0-CFEC5BA0A455}" dt="2023-04-18T02:21:15.960" v="9380" actId="1076"/>
          <ac:picMkLst>
            <pc:docMk/>
            <pc:sldMk cId="2926500699" sldId="1543"/>
            <ac:picMk id="9" creationId="{F419D972-3FEB-4863-8573-54BE88893B87}"/>
          </ac:picMkLst>
        </pc:picChg>
        <pc:cxnChg chg="add mod">
          <ac:chgData name="Thomas Bourgeat" userId="6fd801170b580c69" providerId="LiveId" clId="{E41B2F5C-D462-4AC4-A6A0-CFEC5BA0A455}" dt="2023-04-18T04:57:53.082" v="14869" actId="1076"/>
          <ac:cxnSpMkLst>
            <pc:docMk/>
            <pc:sldMk cId="2926500699" sldId="1543"/>
            <ac:cxnSpMk id="13" creationId="{3C0C9B53-C8CF-432D-AAB6-D11B149858AB}"/>
          </ac:cxnSpMkLst>
        </pc:cxnChg>
        <pc:cxnChg chg="add mod">
          <ac:chgData name="Thomas Bourgeat" userId="6fd801170b580c69" providerId="LiveId" clId="{E41B2F5C-D462-4AC4-A6A0-CFEC5BA0A455}" dt="2023-04-18T04:57:58.809" v="14873" actId="1076"/>
          <ac:cxnSpMkLst>
            <pc:docMk/>
            <pc:sldMk cId="2926500699" sldId="1543"/>
            <ac:cxnSpMk id="15" creationId="{94B38969-170F-41B3-BA7C-52DCB3B3D963}"/>
          </ac:cxnSpMkLst>
        </pc:cxnChg>
      </pc:sldChg>
      <pc:sldChg chg="addSp delSp modSp add mod ord modShow">
        <pc:chgData name="Thomas Bourgeat" userId="6fd801170b580c69" providerId="LiveId" clId="{E41B2F5C-D462-4AC4-A6A0-CFEC5BA0A455}" dt="2023-04-18T03:30:40.465" v="11033"/>
        <pc:sldMkLst>
          <pc:docMk/>
          <pc:sldMk cId="3785124294" sldId="1544"/>
        </pc:sldMkLst>
        <pc:spChg chg="mod">
          <ac:chgData name="Thomas Bourgeat" userId="6fd801170b580c69" providerId="LiveId" clId="{E41B2F5C-D462-4AC4-A6A0-CFEC5BA0A455}" dt="2023-04-17T18:02:32.019" v="2123" actId="20577"/>
          <ac:spMkLst>
            <pc:docMk/>
            <pc:sldMk cId="3785124294" sldId="1544"/>
            <ac:spMk id="2" creationId="{676F4C0D-74F3-4C55-A0E3-0BB773782736}"/>
          </ac:spMkLst>
        </pc:spChg>
        <pc:spChg chg="del">
          <ac:chgData name="Thomas Bourgeat" userId="6fd801170b580c69" providerId="LiveId" clId="{E41B2F5C-D462-4AC4-A6A0-CFEC5BA0A455}" dt="2023-04-17T23:22:15.169" v="4514" actId="931"/>
          <ac:spMkLst>
            <pc:docMk/>
            <pc:sldMk cId="3785124294" sldId="1544"/>
            <ac:spMk id="3" creationId="{CAB4A122-79E1-4273-B69B-5905E9ED75B9}"/>
          </ac:spMkLst>
        </pc:spChg>
        <pc:spChg chg="add del mod">
          <ac:chgData name="Thomas Bourgeat" userId="6fd801170b580c69" providerId="LiveId" clId="{E41B2F5C-D462-4AC4-A6A0-CFEC5BA0A455}" dt="2023-04-17T23:22:23.664" v="4516" actId="931"/>
          <ac:spMkLst>
            <pc:docMk/>
            <pc:sldMk cId="3785124294" sldId="1544"/>
            <ac:spMk id="11" creationId="{0114944D-E593-412E-AAB1-DF0031ABC7AA}"/>
          </ac:spMkLst>
        </pc:spChg>
        <pc:spChg chg="add mod">
          <ac:chgData name="Thomas Bourgeat" userId="6fd801170b580c69" providerId="LiveId" clId="{E41B2F5C-D462-4AC4-A6A0-CFEC5BA0A455}" dt="2023-04-18T02:10:13.178" v="9293" actId="1076"/>
          <ac:spMkLst>
            <pc:docMk/>
            <pc:sldMk cId="3785124294" sldId="1544"/>
            <ac:spMk id="14" creationId="{9280DAB5-1D5A-4CD5-8A4C-E776B5F377EB}"/>
          </ac:spMkLst>
        </pc:spChg>
        <pc:spChg chg="add mod">
          <ac:chgData name="Thomas Bourgeat" userId="6fd801170b580c69" providerId="LiveId" clId="{E41B2F5C-D462-4AC4-A6A0-CFEC5BA0A455}" dt="2023-04-18T02:10:18.711" v="9295" actId="1076"/>
          <ac:spMkLst>
            <pc:docMk/>
            <pc:sldMk cId="3785124294" sldId="1544"/>
            <ac:spMk id="15" creationId="{DE3F476A-96B6-447E-BED9-3BAD199D7577}"/>
          </ac:spMkLst>
        </pc:spChg>
        <pc:picChg chg="add del mod">
          <ac:chgData name="Thomas Bourgeat" userId="6fd801170b580c69" providerId="LiveId" clId="{E41B2F5C-D462-4AC4-A6A0-CFEC5BA0A455}" dt="2023-04-17T23:22:18.849" v="4515" actId="478"/>
          <ac:picMkLst>
            <pc:docMk/>
            <pc:sldMk cId="3785124294" sldId="1544"/>
            <ac:picMk id="9" creationId="{CC8D46C0-F2E7-4103-B805-25DAE7DD0F20}"/>
          </ac:picMkLst>
        </pc:picChg>
        <pc:picChg chg="add mod modCrop">
          <ac:chgData name="Thomas Bourgeat" userId="6fd801170b580c69" providerId="LiveId" clId="{E41B2F5C-D462-4AC4-A6A0-CFEC5BA0A455}" dt="2023-04-17T23:22:40.953" v="4522" actId="1076"/>
          <ac:picMkLst>
            <pc:docMk/>
            <pc:sldMk cId="3785124294" sldId="1544"/>
            <ac:picMk id="13" creationId="{8560F509-9A08-4B10-951C-A4D83F70D2AC}"/>
          </ac:picMkLst>
        </pc:pic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4148023973" sldId="1544"/>
        </pc:sldMkLst>
      </pc:sldChg>
      <pc:sldChg chg="modSp add mod">
        <pc:chgData name="Thomas Bourgeat" userId="6fd801170b580c69" providerId="LiveId" clId="{E41B2F5C-D462-4AC4-A6A0-CFEC5BA0A455}" dt="2023-04-18T02:35:50.126" v="9557" actId="20577"/>
        <pc:sldMkLst>
          <pc:docMk/>
          <pc:sldMk cId="533584576" sldId="1545"/>
        </pc:sldMkLst>
        <pc:spChg chg="mod">
          <ac:chgData name="Thomas Bourgeat" userId="6fd801170b580c69" providerId="LiveId" clId="{E41B2F5C-D462-4AC4-A6A0-CFEC5BA0A455}" dt="2023-04-18T02:35:02.762" v="9554" actId="20577"/>
          <ac:spMkLst>
            <pc:docMk/>
            <pc:sldMk cId="533584576" sldId="1545"/>
            <ac:spMk id="2" creationId="{676F4C0D-74F3-4C55-A0E3-0BB773782736}"/>
          </ac:spMkLst>
        </pc:spChg>
        <pc:spChg chg="mod">
          <ac:chgData name="Thomas Bourgeat" userId="6fd801170b580c69" providerId="LiveId" clId="{E41B2F5C-D462-4AC4-A6A0-CFEC5BA0A455}" dt="2023-04-18T02:35:50.126" v="9557" actId="20577"/>
          <ac:spMkLst>
            <pc:docMk/>
            <pc:sldMk cId="533584576" sldId="1545"/>
            <ac:spMk id="3" creationId="{CAB4A122-79E1-4273-B69B-5905E9ED75B9}"/>
          </ac:spMkLst>
        </pc:spChg>
      </pc:sldChg>
      <pc:sldChg chg="modSp add del mod">
        <pc:chgData name="Thomas Bourgeat" userId="6fd801170b580c69" providerId="LiveId" clId="{E41B2F5C-D462-4AC4-A6A0-CFEC5BA0A455}" dt="2023-04-18T02:32:49.540" v="9508" actId="2696"/>
        <pc:sldMkLst>
          <pc:docMk/>
          <pc:sldMk cId="3722763723" sldId="1545"/>
        </pc:sldMkLst>
        <pc:spChg chg="mod">
          <ac:chgData name="Thomas Bourgeat" userId="6fd801170b580c69" providerId="LiveId" clId="{E41B2F5C-D462-4AC4-A6A0-CFEC5BA0A455}" dt="2023-04-17T18:02:41.648" v="2130" actId="20577"/>
          <ac:spMkLst>
            <pc:docMk/>
            <pc:sldMk cId="3722763723" sldId="1545"/>
            <ac:spMk id="2" creationId="{676F4C0D-74F3-4C55-A0E3-0BB773782736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928861729" sldId="1545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2513736888" sldId="1546"/>
        </pc:sldMkLst>
      </pc:sldChg>
      <pc:sldChg chg="addSp delSp modSp add mod">
        <pc:chgData name="Thomas Bourgeat" userId="6fd801170b580c69" providerId="LiveId" clId="{E41B2F5C-D462-4AC4-A6A0-CFEC5BA0A455}" dt="2023-04-18T03:44:53.169" v="11319" actId="20577"/>
        <pc:sldMkLst>
          <pc:docMk/>
          <pc:sldMk cId="3096061911" sldId="1546"/>
        </pc:sldMkLst>
        <pc:spChg chg="mod">
          <ac:chgData name="Thomas Bourgeat" userId="6fd801170b580c69" providerId="LiveId" clId="{E41B2F5C-D462-4AC4-A6A0-CFEC5BA0A455}" dt="2023-04-18T03:44:53.169" v="11319" actId="20577"/>
          <ac:spMkLst>
            <pc:docMk/>
            <pc:sldMk cId="3096061911" sldId="1546"/>
            <ac:spMk id="2" creationId="{676F4C0D-74F3-4C55-A0E3-0BB773782736}"/>
          </ac:spMkLst>
        </pc:spChg>
        <pc:spChg chg="del">
          <ac:chgData name="Thomas Bourgeat" userId="6fd801170b580c69" providerId="LiveId" clId="{E41B2F5C-D462-4AC4-A6A0-CFEC5BA0A455}" dt="2023-04-17T18:05:57.069" v="2190" actId="931"/>
          <ac:spMkLst>
            <pc:docMk/>
            <pc:sldMk cId="3096061911" sldId="1546"/>
            <ac:spMk id="3" creationId="{CAB4A122-79E1-4273-B69B-5905E9ED75B9}"/>
          </ac:spMkLst>
        </pc:spChg>
        <pc:spChg chg="add del">
          <ac:chgData name="Thomas Bourgeat" userId="6fd801170b580c69" providerId="LiveId" clId="{E41B2F5C-D462-4AC4-A6A0-CFEC5BA0A455}" dt="2023-04-17T18:05:45.315" v="2189" actId="22"/>
          <ac:spMkLst>
            <pc:docMk/>
            <pc:sldMk cId="3096061911" sldId="1546"/>
            <ac:spMk id="7" creationId="{695BE447-BE44-4E56-A9C7-3949CE0E5798}"/>
          </ac:spMkLst>
        </pc:spChg>
        <pc:spChg chg="add mod">
          <ac:chgData name="Thomas Bourgeat" userId="6fd801170b580c69" providerId="LiveId" clId="{E41B2F5C-D462-4AC4-A6A0-CFEC5BA0A455}" dt="2023-04-17T18:06:23.727" v="2214" actId="1076"/>
          <ac:spMkLst>
            <pc:docMk/>
            <pc:sldMk cId="3096061911" sldId="1546"/>
            <ac:spMk id="10" creationId="{52794184-7FB9-4D12-ABD2-B2D2829D92F4}"/>
          </ac:spMkLst>
        </pc:spChg>
        <pc:picChg chg="add mod">
          <ac:chgData name="Thomas Bourgeat" userId="6fd801170b580c69" providerId="LiveId" clId="{E41B2F5C-D462-4AC4-A6A0-CFEC5BA0A455}" dt="2023-04-17T18:06:01.883" v="2193" actId="1076"/>
          <ac:picMkLst>
            <pc:docMk/>
            <pc:sldMk cId="3096061911" sldId="1546"/>
            <ac:picMk id="9" creationId="{9297F1DF-FC45-4017-82E1-570E64091011}"/>
          </ac:picMkLst>
        </pc:pic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790866016" sldId="1547"/>
        </pc:sldMkLst>
      </pc:sldChg>
      <pc:sldChg chg="modSp new mod modAnim">
        <pc:chgData name="Thomas Bourgeat" userId="6fd801170b580c69" providerId="LiveId" clId="{E41B2F5C-D462-4AC4-A6A0-CFEC5BA0A455}" dt="2023-04-18T12:00:50.709" v="19151"/>
        <pc:sldMkLst>
          <pc:docMk/>
          <pc:sldMk cId="3378854041" sldId="1547"/>
        </pc:sldMkLst>
        <pc:spChg chg="mod">
          <ac:chgData name="Thomas Bourgeat" userId="6fd801170b580c69" providerId="LiveId" clId="{E41B2F5C-D462-4AC4-A6A0-CFEC5BA0A455}" dt="2023-04-17T18:33:20.249" v="2463" actId="20577"/>
          <ac:spMkLst>
            <pc:docMk/>
            <pc:sldMk cId="3378854041" sldId="1547"/>
            <ac:spMk id="2" creationId="{13B78D35-9463-4BB7-8859-62416B98FFB3}"/>
          </ac:spMkLst>
        </pc:spChg>
        <pc:spChg chg="mod">
          <ac:chgData name="Thomas Bourgeat" userId="6fd801170b580c69" providerId="LiveId" clId="{E41B2F5C-D462-4AC4-A6A0-CFEC5BA0A455}" dt="2023-04-18T12:00:42.992" v="19150" actId="20577"/>
          <ac:spMkLst>
            <pc:docMk/>
            <pc:sldMk cId="3378854041" sldId="1547"/>
            <ac:spMk id="3" creationId="{23BA244D-46AA-4877-B485-E86C197E036C}"/>
          </ac:spMkLst>
        </pc:spChg>
      </pc:sldChg>
      <pc:sldChg chg="addSp delSp modSp new mod modClrScheme chgLayout">
        <pc:chgData name="Thomas Bourgeat" userId="6fd801170b580c69" providerId="LiveId" clId="{E41B2F5C-D462-4AC4-A6A0-CFEC5BA0A455}" dt="2023-04-18T01:54:20.899" v="8975" actId="20577"/>
        <pc:sldMkLst>
          <pc:docMk/>
          <pc:sldMk cId="1335828422" sldId="1548"/>
        </pc:sldMkLst>
        <pc:spChg chg="del mod ord">
          <ac:chgData name="Thomas Bourgeat" userId="6fd801170b580c69" providerId="LiveId" clId="{E41B2F5C-D462-4AC4-A6A0-CFEC5BA0A455}" dt="2023-04-17T18:11:16.237" v="2266" actId="700"/>
          <ac:spMkLst>
            <pc:docMk/>
            <pc:sldMk cId="1335828422" sldId="1548"/>
            <ac:spMk id="2" creationId="{78B4CE7A-7C9F-4B64-9D51-D1CEE9718C51}"/>
          </ac:spMkLst>
        </pc:spChg>
        <pc:spChg chg="del mod ord">
          <ac:chgData name="Thomas Bourgeat" userId="6fd801170b580c69" providerId="LiveId" clId="{E41B2F5C-D462-4AC4-A6A0-CFEC5BA0A455}" dt="2023-04-17T18:11:16.237" v="2266" actId="700"/>
          <ac:spMkLst>
            <pc:docMk/>
            <pc:sldMk cId="1335828422" sldId="1548"/>
            <ac:spMk id="3" creationId="{71B7B945-1380-48ED-A3EC-34D418343280}"/>
          </ac:spMkLst>
        </pc:spChg>
        <pc:spChg chg="mod ord">
          <ac:chgData name="Thomas Bourgeat" userId="6fd801170b580c69" providerId="LiveId" clId="{E41B2F5C-D462-4AC4-A6A0-CFEC5BA0A455}" dt="2023-04-17T18:11:16.237" v="2266" actId="700"/>
          <ac:spMkLst>
            <pc:docMk/>
            <pc:sldMk cId="1335828422" sldId="1548"/>
            <ac:spMk id="4" creationId="{83D17987-59A9-4F7C-A94E-D1F3B3BE0551}"/>
          </ac:spMkLst>
        </pc:spChg>
        <pc:spChg chg="mod ord">
          <ac:chgData name="Thomas Bourgeat" userId="6fd801170b580c69" providerId="LiveId" clId="{E41B2F5C-D462-4AC4-A6A0-CFEC5BA0A455}" dt="2023-04-17T18:11:16.237" v="2266" actId="700"/>
          <ac:spMkLst>
            <pc:docMk/>
            <pc:sldMk cId="1335828422" sldId="1548"/>
            <ac:spMk id="5" creationId="{5762C61C-ED67-464E-91F4-055777332A3F}"/>
          </ac:spMkLst>
        </pc:spChg>
        <pc:spChg chg="add mod ord">
          <ac:chgData name="Thomas Bourgeat" userId="6fd801170b580c69" providerId="LiveId" clId="{E41B2F5C-D462-4AC4-A6A0-CFEC5BA0A455}" dt="2023-04-18T01:54:20.899" v="8975" actId="20577"/>
          <ac:spMkLst>
            <pc:docMk/>
            <pc:sldMk cId="1335828422" sldId="1548"/>
            <ac:spMk id="6" creationId="{DDE503DF-7F1B-47E0-B488-48ACD04F68F7}"/>
          </ac:spMkLst>
        </pc:spChg>
        <pc:spChg chg="add mod ord">
          <ac:chgData name="Thomas Bourgeat" userId="6fd801170b580c69" providerId="LiveId" clId="{E41B2F5C-D462-4AC4-A6A0-CFEC5BA0A455}" dt="2023-04-17T18:11:16.237" v="2266" actId="700"/>
          <ac:spMkLst>
            <pc:docMk/>
            <pc:sldMk cId="1335828422" sldId="1548"/>
            <ac:spMk id="7" creationId="{83AD7E50-3EA9-40BD-A67A-FB7F3E0A2882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2483479743" sldId="1548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319470665" sldId="1549"/>
        </pc:sldMkLst>
      </pc:sldChg>
      <pc:sldChg chg="addSp delSp modSp new del mod ord">
        <pc:chgData name="Thomas Bourgeat" userId="6fd801170b580c69" providerId="LiveId" clId="{E41B2F5C-D462-4AC4-A6A0-CFEC5BA0A455}" dt="2023-04-18T04:42:52.118" v="14073" actId="47"/>
        <pc:sldMkLst>
          <pc:docMk/>
          <pc:sldMk cId="4201300714" sldId="1549"/>
        </pc:sldMkLst>
        <pc:spChg chg="mod">
          <ac:chgData name="Thomas Bourgeat" userId="6fd801170b580c69" providerId="LiveId" clId="{E41B2F5C-D462-4AC4-A6A0-CFEC5BA0A455}" dt="2023-04-17T21:08:14.119" v="3859" actId="20577"/>
          <ac:spMkLst>
            <pc:docMk/>
            <pc:sldMk cId="4201300714" sldId="1549"/>
            <ac:spMk id="2" creationId="{5DBF4472-8810-4811-BF64-E0FD3EAC404F}"/>
          </ac:spMkLst>
        </pc:spChg>
        <pc:spChg chg="mod">
          <ac:chgData name="Thomas Bourgeat" userId="6fd801170b580c69" providerId="LiveId" clId="{E41B2F5C-D462-4AC4-A6A0-CFEC5BA0A455}" dt="2023-04-17T21:06:10.075" v="3777" actId="20577"/>
          <ac:spMkLst>
            <pc:docMk/>
            <pc:sldMk cId="4201300714" sldId="1549"/>
            <ac:spMk id="3" creationId="{FD25D160-A4A6-461A-B5A0-6163846E7324}"/>
          </ac:spMkLst>
        </pc:spChg>
        <pc:spChg chg="add del">
          <ac:chgData name="Thomas Bourgeat" userId="6fd801170b580c69" providerId="LiveId" clId="{E41B2F5C-D462-4AC4-A6A0-CFEC5BA0A455}" dt="2023-04-17T21:05:42.175" v="3748"/>
          <ac:spMkLst>
            <pc:docMk/>
            <pc:sldMk cId="4201300714" sldId="1549"/>
            <ac:spMk id="6" creationId="{E7ED638D-DADA-4945-AF17-7A67DCBD0749}"/>
          </ac:spMkLst>
        </pc:spChg>
      </pc:sldChg>
      <pc:sldChg chg="add del">
        <pc:chgData name="Thomas Bourgeat" userId="6fd801170b580c69" providerId="LiveId" clId="{E41B2F5C-D462-4AC4-A6A0-CFEC5BA0A455}" dt="2023-04-18T04:42:52.118" v="14073" actId="47"/>
        <pc:sldMkLst>
          <pc:docMk/>
          <pc:sldMk cId="3711487415" sldId="1550"/>
        </pc:sldMkLst>
      </pc:sldChg>
      <pc:sldChg chg="addSp delSp modSp new del mod modClrScheme chgLayout">
        <pc:chgData name="Thomas Bourgeat" userId="6fd801170b580c69" providerId="LiveId" clId="{E41B2F5C-D462-4AC4-A6A0-CFEC5BA0A455}" dt="2023-04-18T04:47:09.953" v="14167" actId="47"/>
        <pc:sldMkLst>
          <pc:docMk/>
          <pc:sldMk cId="415250732" sldId="1551"/>
        </pc:sldMkLst>
        <pc:spChg chg="del mod ord">
          <ac:chgData name="Thomas Bourgeat" userId="6fd801170b580c69" providerId="LiveId" clId="{E41B2F5C-D462-4AC4-A6A0-CFEC5BA0A455}" dt="2023-04-17T21:07:29.242" v="3780" actId="700"/>
          <ac:spMkLst>
            <pc:docMk/>
            <pc:sldMk cId="415250732" sldId="1551"/>
            <ac:spMk id="2" creationId="{C2CD9593-22F5-4D1B-92A9-B6C3A0E95ACB}"/>
          </ac:spMkLst>
        </pc:spChg>
        <pc:spChg chg="del mod ord">
          <ac:chgData name="Thomas Bourgeat" userId="6fd801170b580c69" providerId="LiveId" clId="{E41B2F5C-D462-4AC4-A6A0-CFEC5BA0A455}" dt="2023-04-17T21:07:29.242" v="3780" actId="700"/>
          <ac:spMkLst>
            <pc:docMk/>
            <pc:sldMk cId="415250732" sldId="1551"/>
            <ac:spMk id="3" creationId="{54E812B0-6BA5-4F9F-9A5D-BE7CF9285D71}"/>
          </ac:spMkLst>
        </pc:spChg>
        <pc:spChg chg="mod ord">
          <ac:chgData name="Thomas Bourgeat" userId="6fd801170b580c69" providerId="LiveId" clId="{E41B2F5C-D462-4AC4-A6A0-CFEC5BA0A455}" dt="2023-04-17T21:07:29.242" v="3780" actId="700"/>
          <ac:spMkLst>
            <pc:docMk/>
            <pc:sldMk cId="415250732" sldId="1551"/>
            <ac:spMk id="4" creationId="{BD58205F-595E-4D56-8485-7260154468B6}"/>
          </ac:spMkLst>
        </pc:spChg>
        <pc:spChg chg="mod ord">
          <ac:chgData name="Thomas Bourgeat" userId="6fd801170b580c69" providerId="LiveId" clId="{E41B2F5C-D462-4AC4-A6A0-CFEC5BA0A455}" dt="2023-04-17T21:07:29.242" v="3780" actId="700"/>
          <ac:spMkLst>
            <pc:docMk/>
            <pc:sldMk cId="415250732" sldId="1551"/>
            <ac:spMk id="5" creationId="{9656273D-61CC-4F13-85C0-7B983205447A}"/>
          </ac:spMkLst>
        </pc:spChg>
        <pc:spChg chg="add mod ord">
          <ac:chgData name="Thomas Bourgeat" userId="6fd801170b580c69" providerId="LiveId" clId="{E41B2F5C-D462-4AC4-A6A0-CFEC5BA0A455}" dt="2023-04-17T22:53:32.276" v="4505" actId="21"/>
          <ac:spMkLst>
            <pc:docMk/>
            <pc:sldMk cId="415250732" sldId="1551"/>
            <ac:spMk id="6" creationId="{CD432FEF-D3C1-4709-BC12-9839D779E1AD}"/>
          </ac:spMkLst>
        </pc:spChg>
        <pc:spChg chg="add mod ord">
          <ac:chgData name="Thomas Bourgeat" userId="6fd801170b580c69" providerId="LiveId" clId="{E41B2F5C-D462-4AC4-A6A0-CFEC5BA0A455}" dt="2023-04-17T21:07:29.242" v="3780" actId="700"/>
          <ac:spMkLst>
            <pc:docMk/>
            <pc:sldMk cId="415250732" sldId="1551"/>
            <ac:spMk id="7" creationId="{617BC026-BB65-44AA-90F2-C8FE6892B9F9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124701926" sldId="1551"/>
        </pc:sldMkLst>
      </pc:sldChg>
      <pc:sldChg chg="modSp add mod">
        <pc:chgData name="Thomas Bourgeat" userId="6fd801170b580c69" providerId="LiveId" clId="{E41B2F5C-D462-4AC4-A6A0-CFEC5BA0A455}" dt="2023-04-18T05:28:47.465" v="16693" actId="20577"/>
        <pc:sldMkLst>
          <pc:docMk/>
          <pc:sldMk cId="499774131" sldId="1552"/>
        </pc:sldMkLst>
        <pc:spChg chg="mod">
          <ac:chgData name="Thomas Bourgeat" userId="6fd801170b580c69" providerId="LiveId" clId="{E41B2F5C-D462-4AC4-A6A0-CFEC5BA0A455}" dt="2023-04-18T05:28:47.465" v="16693" actId="20577"/>
          <ac:spMkLst>
            <pc:docMk/>
            <pc:sldMk cId="499774131" sldId="1552"/>
            <ac:spMk id="6" creationId="{CD432FEF-D3C1-4709-BC12-9839D779E1AD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633130631" sldId="1552"/>
        </pc:sldMkLst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202392961" sldId="1553"/>
        </pc:sldMkLst>
      </pc:sldChg>
      <pc:sldChg chg="add del">
        <pc:chgData name="Thomas Bourgeat" userId="6fd801170b580c69" providerId="LiveId" clId="{E41B2F5C-D462-4AC4-A6A0-CFEC5BA0A455}" dt="2023-04-18T04:42:52.118" v="14073" actId="47"/>
        <pc:sldMkLst>
          <pc:docMk/>
          <pc:sldMk cId="2887830906" sldId="1553"/>
        </pc:sldMkLst>
      </pc:sldChg>
      <pc:sldChg chg="modSp new del mod modAnim">
        <pc:chgData name="Thomas Bourgeat" userId="6fd801170b580c69" providerId="LiveId" clId="{E41B2F5C-D462-4AC4-A6A0-CFEC5BA0A455}" dt="2023-04-18T05:26:14.234" v="16531" actId="47"/>
        <pc:sldMkLst>
          <pc:docMk/>
          <pc:sldMk cId="775663714" sldId="1554"/>
        </pc:sldMkLst>
        <pc:spChg chg="mod">
          <ac:chgData name="Thomas Bourgeat" userId="6fd801170b580c69" providerId="LiveId" clId="{E41B2F5C-D462-4AC4-A6A0-CFEC5BA0A455}" dt="2023-04-18T05:25:59.864" v="16530" actId="20577"/>
          <ac:spMkLst>
            <pc:docMk/>
            <pc:sldMk cId="775663714" sldId="1554"/>
            <ac:spMk id="2" creationId="{26F273F8-86B3-418E-B6E0-37DA07B3C9FF}"/>
          </ac:spMkLst>
        </pc:spChg>
        <pc:spChg chg="mod">
          <ac:chgData name="Thomas Bourgeat" userId="6fd801170b580c69" providerId="LiveId" clId="{E41B2F5C-D462-4AC4-A6A0-CFEC5BA0A455}" dt="2023-04-18T05:25:46.113" v="16504" actId="20577"/>
          <ac:spMkLst>
            <pc:docMk/>
            <pc:sldMk cId="775663714" sldId="1554"/>
            <ac:spMk id="3" creationId="{1815AF7F-2761-403A-9B63-740E028BFE37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933525597" sldId="1555"/>
        </pc:sldMkLst>
      </pc:sldChg>
      <pc:sldChg chg="modSp add del">
        <pc:chgData name="Thomas Bourgeat" userId="6fd801170b580c69" providerId="LiveId" clId="{E41B2F5C-D462-4AC4-A6A0-CFEC5BA0A455}" dt="2023-04-18T04:47:33.311" v="14168" actId="47"/>
        <pc:sldMkLst>
          <pc:docMk/>
          <pc:sldMk cId="4279109550" sldId="1555"/>
        </pc:sldMkLst>
        <pc:spChg chg="mod">
          <ac:chgData name="Thomas Bourgeat" userId="6fd801170b580c69" providerId="LiveId" clId="{E41B2F5C-D462-4AC4-A6A0-CFEC5BA0A455}" dt="2023-04-17T22:50:22.007" v="4286" actId="20577"/>
          <ac:spMkLst>
            <pc:docMk/>
            <pc:sldMk cId="4279109550" sldId="1555"/>
            <ac:spMk id="2" creationId="{26F273F8-86B3-418E-B6E0-37DA07B3C9FF}"/>
          </ac:spMkLst>
        </pc:spChg>
      </pc:sldChg>
      <pc:sldChg chg="modSp new del mod">
        <pc:chgData name="Thomas Bourgeat" userId="6fd801170b580c69" providerId="LiveId" clId="{E41B2F5C-D462-4AC4-A6A0-CFEC5BA0A455}" dt="2023-04-18T05:09:51.813" v="15403" actId="47"/>
        <pc:sldMkLst>
          <pc:docMk/>
          <pc:sldMk cId="2440116797" sldId="1556"/>
        </pc:sldMkLst>
        <pc:spChg chg="mod">
          <ac:chgData name="Thomas Bourgeat" userId="6fd801170b580c69" providerId="LiveId" clId="{E41B2F5C-D462-4AC4-A6A0-CFEC5BA0A455}" dt="2023-04-17T22:53:19.263" v="4504" actId="20577"/>
          <ac:spMkLst>
            <pc:docMk/>
            <pc:sldMk cId="2440116797" sldId="1556"/>
            <ac:spMk id="2" creationId="{33FB77FD-7A5D-4071-BE23-5358DAD3244A}"/>
          </ac:spMkLst>
        </pc:spChg>
      </pc:sldChg>
      <pc:sldChg chg="addSp delSp modSp add mod ord modShow">
        <pc:chgData name="Thomas Bourgeat" userId="6fd801170b580c69" providerId="LiveId" clId="{E41B2F5C-D462-4AC4-A6A0-CFEC5BA0A455}" dt="2023-04-18T03:30:40.465" v="11033"/>
        <pc:sldMkLst>
          <pc:docMk/>
          <pc:sldMk cId="3240878741" sldId="1557"/>
        </pc:sldMkLst>
        <pc:spChg chg="add del mod">
          <ac:chgData name="Thomas Bourgeat" userId="6fd801170b580c69" providerId="LiveId" clId="{E41B2F5C-D462-4AC4-A6A0-CFEC5BA0A455}" dt="2023-04-17T23:22:51.266" v="4525" actId="931"/>
          <ac:spMkLst>
            <pc:docMk/>
            <pc:sldMk cId="3240878741" sldId="1557"/>
            <ac:spMk id="4" creationId="{DD607C83-1A92-4176-9429-67DD84071A45}"/>
          </ac:spMkLst>
        </pc:spChg>
        <pc:picChg chg="add mod modCrop">
          <ac:chgData name="Thomas Bourgeat" userId="6fd801170b580c69" providerId="LiveId" clId="{E41B2F5C-D462-4AC4-A6A0-CFEC5BA0A455}" dt="2023-04-17T23:23:03.264" v="4531" actId="1076"/>
          <ac:picMkLst>
            <pc:docMk/>
            <pc:sldMk cId="3240878741" sldId="1557"/>
            <ac:picMk id="8" creationId="{7A016356-9790-41EB-AF8C-DAAA7B1455CB}"/>
          </ac:picMkLst>
        </pc:picChg>
        <pc:picChg chg="del">
          <ac:chgData name="Thomas Bourgeat" userId="6fd801170b580c69" providerId="LiveId" clId="{E41B2F5C-D462-4AC4-A6A0-CFEC5BA0A455}" dt="2023-04-17T23:22:46.755" v="4524" actId="478"/>
          <ac:picMkLst>
            <pc:docMk/>
            <pc:sldMk cId="3240878741" sldId="1557"/>
            <ac:picMk id="13" creationId="{8560F509-9A08-4B10-951C-A4D83F70D2AC}"/>
          </ac:picMkLst>
        </pc:picChg>
      </pc:sldChg>
      <pc:sldChg chg="modSp add del mod">
        <pc:chgData name="Thomas Bourgeat" userId="6fd801170b580c69" providerId="LiveId" clId="{E41B2F5C-D462-4AC4-A6A0-CFEC5BA0A455}" dt="2023-04-17T23:59:19.585" v="4651" actId="47"/>
        <pc:sldMkLst>
          <pc:docMk/>
          <pc:sldMk cId="2998958790" sldId="1558"/>
        </pc:sldMkLst>
        <pc:spChg chg="mod">
          <ac:chgData name="Thomas Bourgeat" userId="6fd801170b580c69" providerId="LiveId" clId="{E41B2F5C-D462-4AC4-A6A0-CFEC5BA0A455}" dt="2023-04-17T23:48:14.346" v="4629" actId="20577"/>
          <ac:spMkLst>
            <pc:docMk/>
            <pc:sldMk cId="2998958790" sldId="1558"/>
            <ac:spMk id="2" creationId="{676F4C0D-74F3-4C55-A0E3-0BB773782736}"/>
          </ac:spMkLst>
        </pc:spChg>
        <pc:picChg chg="mod">
          <ac:chgData name="Thomas Bourgeat" userId="6fd801170b580c69" providerId="LiveId" clId="{E41B2F5C-D462-4AC4-A6A0-CFEC5BA0A455}" dt="2023-04-17T23:58:24.011" v="4630" actId="1076"/>
          <ac:picMkLst>
            <pc:docMk/>
            <pc:sldMk cId="2998958790" sldId="1558"/>
            <ac:picMk id="9" creationId="{F419D972-3FEB-4863-8573-54BE88893B87}"/>
          </ac:picMkLst>
        </pc:pic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117125415" sldId="1559"/>
        </pc:sldMkLst>
      </pc:sldChg>
      <pc:sldChg chg="addSp delSp modSp add del mod">
        <pc:chgData name="Thomas Bourgeat" userId="6fd801170b580c69" providerId="LiveId" clId="{E41B2F5C-D462-4AC4-A6A0-CFEC5BA0A455}" dt="2023-04-18T01:38:17.684" v="7830" actId="2696"/>
        <pc:sldMkLst>
          <pc:docMk/>
          <pc:sldMk cId="2124510322" sldId="1559"/>
        </pc:sldMkLst>
        <pc:spChg chg="mod">
          <ac:chgData name="Thomas Bourgeat" userId="6fd801170b580c69" providerId="LiveId" clId="{E41B2F5C-D462-4AC4-A6A0-CFEC5BA0A455}" dt="2023-04-17T23:58:50.394" v="4643" actId="20577"/>
          <ac:spMkLst>
            <pc:docMk/>
            <pc:sldMk cId="2124510322" sldId="1559"/>
            <ac:spMk id="2" creationId="{676F4C0D-74F3-4C55-A0E3-0BB773782736}"/>
          </ac:spMkLst>
        </pc:spChg>
        <pc:spChg chg="add mod">
          <ac:chgData name="Thomas Bourgeat" userId="6fd801170b580c69" providerId="LiveId" clId="{E41B2F5C-D462-4AC4-A6A0-CFEC5BA0A455}" dt="2023-04-18T01:25:08.274" v="7610" actId="20577"/>
          <ac:spMkLst>
            <pc:docMk/>
            <pc:sldMk cId="2124510322" sldId="1559"/>
            <ac:spMk id="8" creationId="{9E9967C4-CA19-4BF8-A356-24B27170D889}"/>
          </ac:spMkLst>
        </pc:spChg>
        <pc:picChg chg="add mod modCrop">
          <ac:chgData name="Thomas Bourgeat" userId="6fd801170b580c69" providerId="LiveId" clId="{E41B2F5C-D462-4AC4-A6A0-CFEC5BA0A455}" dt="2023-04-18T01:25:56.916" v="7612" actId="1076"/>
          <ac:picMkLst>
            <pc:docMk/>
            <pc:sldMk cId="2124510322" sldId="1559"/>
            <ac:picMk id="4" creationId="{9A297FA3-0B51-4086-B001-5FA0AA7EE9FB}"/>
          </ac:picMkLst>
        </pc:picChg>
        <pc:picChg chg="del">
          <ac:chgData name="Thomas Bourgeat" userId="6fd801170b580c69" providerId="LiveId" clId="{E41B2F5C-D462-4AC4-A6A0-CFEC5BA0A455}" dt="2023-04-17T23:59:05.291" v="4647" actId="478"/>
          <ac:picMkLst>
            <pc:docMk/>
            <pc:sldMk cId="2124510322" sldId="1559"/>
            <ac:picMk id="9" creationId="{F419D972-3FEB-4863-8573-54BE88893B87}"/>
          </ac:picMkLst>
        </pc:picChg>
      </pc:sldChg>
      <pc:sldChg chg="addSp delSp modSp add mod">
        <pc:chgData name="Thomas Bourgeat" userId="6fd801170b580c69" providerId="LiveId" clId="{E41B2F5C-D462-4AC4-A6A0-CFEC5BA0A455}" dt="2023-04-18T11:36:50.335" v="17781" actId="20577"/>
        <pc:sldMkLst>
          <pc:docMk/>
          <pc:sldMk cId="3505707083" sldId="1559"/>
        </pc:sldMkLst>
        <pc:spChg chg="mod">
          <ac:chgData name="Thomas Bourgeat" userId="6fd801170b580c69" providerId="LiveId" clId="{E41B2F5C-D462-4AC4-A6A0-CFEC5BA0A455}" dt="2023-04-18T11:36:50.335" v="17781" actId="20577"/>
          <ac:spMkLst>
            <pc:docMk/>
            <pc:sldMk cId="3505707083" sldId="1559"/>
            <ac:spMk id="2" creationId="{676F4C0D-74F3-4C55-A0E3-0BB773782736}"/>
          </ac:spMkLst>
        </pc:spChg>
        <pc:spChg chg="mod">
          <ac:chgData name="Thomas Bourgeat" userId="6fd801170b580c69" providerId="LiveId" clId="{E41B2F5C-D462-4AC4-A6A0-CFEC5BA0A455}" dt="2023-04-18T11:36:30.738" v="17754" actId="20577"/>
          <ac:spMkLst>
            <pc:docMk/>
            <pc:sldMk cId="3505707083" sldId="1559"/>
            <ac:spMk id="8" creationId="{9E9967C4-CA19-4BF8-A356-24B27170D889}"/>
          </ac:spMkLst>
        </pc:spChg>
        <pc:picChg chg="del">
          <ac:chgData name="Thomas Bourgeat" userId="6fd801170b580c69" providerId="LiveId" clId="{E41B2F5C-D462-4AC4-A6A0-CFEC5BA0A455}" dt="2023-04-18T02:18:14.648" v="9355" actId="478"/>
          <ac:picMkLst>
            <pc:docMk/>
            <pc:sldMk cId="3505707083" sldId="1559"/>
            <ac:picMk id="4" creationId="{9A297FA3-0B51-4086-B001-5FA0AA7EE9FB}"/>
          </ac:picMkLst>
        </pc:picChg>
        <pc:picChg chg="add mod">
          <ac:chgData name="Thomas Bourgeat" userId="6fd801170b580c69" providerId="LiveId" clId="{E41B2F5C-D462-4AC4-A6A0-CFEC5BA0A455}" dt="2023-04-18T11:36:34.817" v="17755" actId="1076"/>
          <ac:picMkLst>
            <pc:docMk/>
            <pc:sldMk cId="3505707083" sldId="1559"/>
            <ac:picMk id="9" creationId="{F4904BA3-AF4D-4F51-B6E8-8FEADC85DE2C}"/>
          </ac:picMkLst>
        </pc:pic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280315305" sldId="1560"/>
        </pc:sldMkLst>
      </pc:sldChg>
      <pc:sldChg chg="addSp delSp modSp add del mod ord">
        <pc:chgData name="Thomas Bourgeat" userId="6fd801170b580c69" providerId="LiveId" clId="{E41B2F5C-D462-4AC4-A6A0-CFEC5BA0A455}" dt="2023-04-18T00:59:00.416" v="6492" actId="47"/>
        <pc:sldMkLst>
          <pc:docMk/>
          <pc:sldMk cId="3875026488" sldId="1560"/>
        </pc:sldMkLst>
        <pc:spChg chg="mod">
          <ac:chgData name="Thomas Bourgeat" userId="6fd801170b580c69" providerId="LiveId" clId="{E41B2F5C-D462-4AC4-A6A0-CFEC5BA0A455}" dt="2023-04-18T00:13:18.404" v="5837" actId="6549"/>
          <ac:spMkLst>
            <pc:docMk/>
            <pc:sldMk cId="3875026488" sldId="1560"/>
            <ac:spMk id="2" creationId="{676F4C0D-74F3-4C55-A0E3-0BB773782736}"/>
          </ac:spMkLst>
        </pc:spChg>
        <pc:spChg chg="add del mod">
          <ac:chgData name="Thomas Bourgeat" userId="6fd801170b580c69" providerId="LiveId" clId="{E41B2F5C-D462-4AC4-A6A0-CFEC5BA0A455}" dt="2023-04-18T00:18:03.543" v="6221" actId="478"/>
          <ac:spMkLst>
            <pc:docMk/>
            <pc:sldMk cId="3875026488" sldId="1560"/>
            <ac:spMk id="3" creationId="{E3270E47-60B3-4AF4-B7EB-BAB091C745FD}"/>
          </ac:spMkLst>
        </pc:spChg>
        <pc:spChg chg="add del mod">
          <ac:chgData name="Thomas Bourgeat" userId="6fd801170b580c69" providerId="LiveId" clId="{E41B2F5C-D462-4AC4-A6A0-CFEC5BA0A455}" dt="2023-04-18T00:18:18.428" v="6223" actId="767"/>
          <ac:spMkLst>
            <pc:docMk/>
            <pc:sldMk cId="3875026488" sldId="1560"/>
            <ac:spMk id="4" creationId="{BC2D754F-6858-4709-BBE7-CAA1D02FB324}"/>
          </ac:spMkLst>
        </pc:spChg>
        <pc:spChg chg="add mod">
          <ac:chgData name="Thomas Bourgeat" userId="6fd801170b580c69" providerId="LiveId" clId="{E41B2F5C-D462-4AC4-A6A0-CFEC5BA0A455}" dt="2023-04-18T00:27:55.721" v="6263" actId="14100"/>
          <ac:spMkLst>
            <pc:docMk/>
            <pc:sldMk cId="3875026488" sldId="1560"/>
            <ac:spMk id="5" creationId="{0BEB5E0F-74CB-4191-B400-02EC744DCF00}"/>
          </ac:spMkLst>
        </pc:spChg>
        <pc:spChg chg="add mod">
          <ac:chgData name="Thomas Bourgeat" userId="6fd801170b580c69" providerId="LiveId" clId="{E41B2F5C-D462-4AC4-A6A0-CFEC5BA0A455}" dt="2023-04-18T00:41:02.295" v="6335" actId="1076"/>
          <ac:spMkLst>
            <pc:docMk/>
            <pc:sldMk cId="3875026488" sldId="1560"/>
            <ac:spMk id="8" creationId="{4AC77D7C-915A-45BC-A484-6E17737752AB}"/>
          </ac:spMkLst>
        </pc:spChg>
        <pc:spChg chg="add mod">
          <ac:chgData name="Thomas Bourgeat" userId="6fd801170b580c69" providerId="LiveId" clId="{E41B2F5C-D462-4AC4-A6A0-CFEC5BA0A455}" dt="2023-04-18T00:28:00.329" v="6264" actId="1076"/>
          <ac:spMkLst>
            <pc:docMk/>
            <pc:sldMk cId="3875026488" sldId="1560"/>
            <ac:spMk id="10" creationId="{65B06A48-263C-4D62-B7C7-809E79484E5E}"/>
          </ac:spMkLst>
        </pc:spChg>
        <pc:spChg chg="add mod">
          <ac:chgData name="Thomas Bourgeat" userId="6fd801170b580c69" providerId="LiveId" clId="{E41B2F5C-D462-4AC4-A6A0-CFEC5BA0A455}" dt="2023-04-18T00:27:51.932" v="6262" actId="1076"/>
          <ac:spMkLst>
            <pc:docMk/>
            <pc:sldMk cId="3875026488" sldId="1560"/>
            <ac:spMk id="11" creationId="{06EF7202-13AE-47FB-977B-6134232181E0}"/>
          </ac:spMkLst>
        </pc:spChg>
        <pc:spChg chg="add mod">
          <ac:chgData name="Thomas Bourgeat" userId="6fd801170b580c69" providerId="LiveId" clId="{E41B2F5C-D462-4AC4-A6A0-CFEC5BA0A455}" dt="2023-04-18T00:41:05.900" v="6337" actId="1076"/>
          <ac:spMkLst>
            <pc:docMk/>
            <pc:sldMk cId="3875026488" sldId="1560"/>
            <ac:spMk id="12" creationId="{39976AD1-63AB-4A79-978C-FB53412EFF69}"/>
          </ac:spMkLst>
        </pc:spChg>
        <pc:spChg chg="add mod">
          <ac:chgData name="Thomas Bourgeat" userId="6fd801170b580c69" providerId="LiveId" clId="{E41B2F5C-D462-4AC4-A6A0-CFEC5BA0A455}" dt="2023-04-18T00:41:04.503" v="6336" actId="1076"/>
          <ac:spMkLst>
            <pc:docMk/>
            <pc:sldMk cId="3875026488" sldId="1560"/>
            <ac:spMk id="13" creationId="{BF848B85-1588-4155-ACCE-1C39075B7A38}"/>
          </ac:spMkLst>
        </pc:spChg>
        <pc:picChg chg="mod">
          <ac:chgData name="Thomas Bourgeat" userId="6fd801170b580c69" providerId="LiveId" clId="{E41B2F5C-D462-4AC4-A6A0-CFEC5BA0A455}" dt="2023-04-18T00:27:40.062" v="6261" actId="1076"/>
          <ac:picMkLst>
            <pc:docMk/>
            <pc:sldMk cId="3875026488" sldId="1560"/>
            <ac:picMk id="9" creationId="{F419D972-3FEB-4863-8573-54BE88893B87}"/>
          </ac:picMkLst>
        </pc:pic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4079250307" sldId="1561"/>
        </pc:sldMkLst>
      </pc:sldChg>
      <pc:sldChg chg="addSp delSp modSp new mod modAnim">
        <pc:chgData name="Thomas Bourgeat" userId="6fd801170b580c69" providerId="LiveId" clId="{E41B2F5C-D462-4AC4-A6A0-CFEC5BA0A455}" dt="2023-04-18T03:07:12.131" v="10943" actId="1076"/>
        <pc:sldMkLst>
          <pc:docMk/>
          <pc:sldMk cId="4139717071" sldId="1561"/>
        </pc:sldMkLst>
        <pc:spChg chg="mod">
          <ac:chgData name="Thomas Bourgeat" userId="6fd801170b580c69" providerId="LiveId" clId="{E41B2F5C-D462-4AC4-A6A0-CFEC5BA0A455}" dt="2023-04-18T00:09:20.442" v="5309" actId="20577"/>
          <ac:spMkLst>
            <pc:docMk/>
            <pc:sldMk cId="4139717071" sldId="1561"/>
            <ac:spMk id="2" creationId="{A01F35DE-6847-4C3C-93FB-27A994D1D5AC}"/>
          </ac:spMkLst>
        </pc:spChg>
        <pc:spChg chg="mod">
          <ac:chgData name="Thomas Bourgeat" userId="6fd801170b580c69" providerId="LiveId" clId="{E41B2F5C-D462-4AC4-A6A0-CFEC5BA0A455}" dt="2023-04-18T03:07:12.131" v="10943" actId="1076"/>
          <ac:spMkLst>
            <pc:docMk/>
            <pc:sldMk cId="4139717071" sldId="1561"/>
            <ac:spMk id="3" creationId="{546B891C-045A-403F-8C75-738B6CDA68A8}"/>
          </ac:spMkLst>
        </pc:spChg>
        <pc:spChg chg="mod">
          <ac:chgData name="Thomas Bourgeat" userId="6fd801170b580c69" providerId="LiveId" clId="{E41B2F5C-D462-4AC4-A6A0-CFEC5BA0A455}" dt="2023-04-18T00:04:29.719" v="4894" actId="20577"/>
          <ac:spMkLst>
            <pc:docMk/>
            <pc:sldMk cId="4139717071" sldId="1561"/>
            <ac:spMk id="4" creationId="{805F8401-3A85-43D2-A750-2003D4BF90A2}"/>
          </ac:spMkLst>
        </pc:spChg>
        <pc:spChg chg="add del">
          <ac:chgData name="Thomas Bourgeat" userId="6fd801170b580c69" providerId="LiveId" clId="{E41B2F5C-D462-4AC4-A6A0-CFEC5BA0A455}" dt="2023-04-18T00:04:08.104" v="4865"/>
          <ac:spMkLst>
            <pc:docMk/>
            <pc:sldMk cId="4139717071" sldId="1561"/>
            <ac:spMk id="6" creationId="{FDDB04D0-0C49-4E75-87A5-C6A106250426}"/>
          </ac:spMkLst>
        </pc:spChg>
        <pc:spChg chg="add del">
          <ac:chgData name="Thomas Bourgeat" userId="6fd801170b580c69" providerId="LiveId" clId="{E41B2F5C-D462-4AC4-A6A0-CFEC5BA0A455}" dt="2023-04-18T00:04:17.705" v="4886"/>
          <ac:spMkLst>
            <pc:docMk/>
            <pc:sldMk cId="4139717071" sldId="1561"/>
            <ac:spMk id="7" creationId="{841427DE-EA48-4555-88A2-F8F847F57504}"/>
          </ac:spMkLst>
        </pc:spChg>
      </pc:sldChg>
      <pc:sldChg chg="addSp delSp modSp add mod ord delAnim modAnim">
        <pc:chgData name="Thomas Bourgeat" userId="6fd801170b580c69" providerId="LiveId" clId="{E41B2F5C-D462-4AC4-A6A0-CFEC5BA0A455}" dt="2023-04-18T03:07:46.818" v="10997" actId="20577"/>
        <pc:sldMkLst>
          <pc:docMk/>
          <pc:sldMk cId="285228832" sldId="1562"/>
        </pc:sldMkLst>
        <pc:spChg chg="mod">
          <ac:chgData name="Thomas Bourgeat" userId="6fd801170b580c69" providerId="LiveId" clId="{E41B2F5C-D462-4AC4-A6A0-CFEC5BA0A455}" dt="2023-04-18T03:07:46.818" v="10997" actId="20577"/>
          <ac:spMkLst>
            <pc:docMk/>
            <pc:sldMk cId="285228832" sldId="1562"/>
            <ac:spMk id="2" creationId="{676F4C0D-74F3-4C55-A0E3-0BB773782736}"/>
          </ac:spMkLst>
        </pc:spChg>
        <pc:spChg chg="add mod">
          <ac:chgData name="Thomas Bourgeat" userId="6fd801170b580c69" providerId="LiveId" clId="{E41B2F5C-D462-4AC4-A6A0-CFEC5BA0A455}" dt="2023-04-18T02:59:20.717" v="10510" actId="20577"/>
          <ac:spMkLst>
            <pc:docMk/>
            <pc:sldMk cId="285228832" sldId="1562"/>
            <ac:spMk id="3" creationId="{6F037923-7F00-4892-BE1B-723B3613BFE3}"/>
          </ac:spMkLst>
        </pc:spChg>
        <pc:spChg chg="mod">
          <ac:chgData name="Thomas Bourgeat" userId="6fd801170b580c69" providerId="LiveId" clId="{E41B2F5C-D462-4AC4-A6A0-CFEC5BA0A455}" dt="2023-04-18T01:42:51.895" v="8291" actId="14100"/>
          <ac:spMkLst>
            <pc:docMk/>
            <pc:sldMk cId="285228832" sldId="1562"/>
            <ac:spMk id="5" creationId="{0BEB5E0F-74CB-4191-B400-02EC744DCF00}"/>
          </ac:spMkLst>
        </pc:spChg>
        <pc:spChg chg="del mod">
          <ac:chgData name="Thomas Bourgeat" userId="6fd801170b580c69" providerId="LiveId" clId="{E41B2F5C-D462-4AC4-A6A0-CFEC5BA0A455}" dt="2023-04-18T01:03:19.665" v="6574" actId="478"/>
          <ac:spMkLst>
            <pc:docMk/>
            <pc:sldMk cId="285228832" sldId="1562"/>
            <ac:spMk id="8" creationId="{4AC77D7C-915A-45BC-A484-6E17737752AB}"/>
          </ac:spMkLst>
        </pc:spChg>
        <pc:spChg chg="mod">
          <ac:chgData name="Thomas Bourgeat" userId="6fd801170b580c69" providerId="LiveId" clId="{E41B2F5C-D462-4AC4-A6A0-CFEC5BA0A455}" dt="2023-04-18T01:42:56.169" v="8292" actId="14100"/>
          <ac:spMkLst>
            <pc:docMk/>
            <pc:sldMk cId="285228832" sldId="1562"/>
            <ac:spMk id="10" creationId="{65B06A48-263C-4D62-B7C7-809E79484E5E}"/>
          </ac:spMkLst>
        </pc:spChg>
        <pc:spChg chg="del">
          <ac:chgData name="Thomas Bourgeat" userId="6fd801170b580c69" providerId="LiveId" clId="{E41B2F5C-D462-4AC4-A6A0-CFEC5BA0A455}" dt="2023-04-18T01:30:11.726" v="7671" actId="478"/>
          <ac:spMkLst>
            <pc:docMk/>
            <pc:sldMk cId="285228832" sldId="1562"/>
            <ac:spMk id="11" creationId="{06EF7202-13AE-47FB-977B-6134232181E0}"/>
          </ac:spMkLst>
        </pc:spChg>
        <pc:spChg chg="mod">
          <ac:chgData name="Thomas Bourgeat" userId="6fd801170b580c69" providerId="LiveId" clId="{E41B2F5C-D462-4AC4-A6A0-CFEC5BA0A455}" dt="2023-04-18T01:28:21.938" v="7636" actId="164"/>
          <ac:spMkLst>
            <pc:docMk/>
            <pc:sldMk cId="285228832" sldId="1562"/>
            <ac:spMk id="12" creationId="{39976AD1-63AB-4A79-978C-FB53412EFF69}"/>
          </ac:spMkLst>
        </pc:spChg>
        <pc:spChg chg="del mod">
          <ac:chgData name="Thomas Bourgeat" userId="6fd801170b580c69" providerId="LiveId" clId="{E41B2F5C-D462-4AC4-A6A0-CFEC5BA0A455}" dt="2023-04-18T01:30:12.847" v="7672" actId="478"/>
          <ac:spMkLst>
            <pc:docMk/>
            <pc:sldMk cId="285228832" sldId="1562"/>
            <ac:spMk id="13" creationId="{BF848B85-1588-4155-ACCE-1C39075B7A38}"/>
          </ac:spMkLst>
        </pc:spChg>
        <pc:spChg chg="add mod">
          <ac:chgData name="Thomas Bourgeat" userId="6fd801170b580c69" providerId="LiveId" clId="{E41B2F5C-D462-4AC4-A6A0-CFEC5BA0A455}" dt="2023-04-18T01:44:35.603" v="8362" actId="20577"/>
          <ac:spMkLst>
            <pc:docMk/>
            <pc:sldMk cId="285228832" sldId="1562"/>
            <ac:spMk id="17" creationId="{71BBC793-8578-409E-BD67-380F85BDB5C3}"/>
          </ac:spMkLst>
        </pc:spChg>
        <pc:spChg chg="add mod">
          <ac:chgData name="Thomas Bourgeat" userId="6fd801170b580c69" providerId="LiveId" clId="{E41B2F5C-D462-4AC4-A6A0-CFEC5BA0A455}" dt="2023-04-18T01:29:17.382" v="7650" actId="1076"/>
          <ac:spMkLst>
            <pc:docMk/>
            <pc:sldMk cId="285228832" sldId="1562"/>
            <ac:spMk id="19" creationId="{807AE50E-C33A-4D75-99F3-1A0071273CF5}"/>
          </ac:spMkLst>
        </pc:spChg>
        <pc:spChg chg="add del mod">
          <ac:chgData name="Thomas Bourgeat" userId="6fd801170b580c69" providerId="LiveId" clId="{E41B2F5C-D462-4AC4-A6A0-CFEC5BA0A455}" dt="2023-04-18T01:29:54.516" v="7658" actId="21"/>
          <ac:spMkLst>
            <pc:docMk/>
            <pc:sldMk cId="285228832" sldId="1562"/>
            <ac:spMk id="20" creationId="{A1620EB8-6E36-4D11-BF4F-83FA65ABE004}"/>
          </ac:spMkLst>
        </pc:spChg>
        <pc:spChg chg="add mod">
          <ac:chgData name="Thomas Bourgeat" userId="6fd801170b580c69" providerId="LiveId" clId="{E41B2F5C-D462-4AC4-A6A0-CFEC5BA0A455}" dt="2023-04-18T02:20:47.943" v="9363" actId="1076"/>
          <ac:spMkLst>
            <pc:docMk/>
            <pc:sldMk cId="285228832" sldId="1562"/>
            <ac:spMk id="22" creationId="{6E0A1E01-9641-4FC2-9375-C2694115ED9E}"/>
          </ac:spMkLst>
        </pc:spChg>
        <pc:spChg chg="add mod">
          <ac:chgData name="Thomas Bourgeat" userId="6fd801170b580c69" providerId="LiveId" clId="{E41B2F5C-D462-4AC4-A6A0-CFEC5BA0A455}" dt="2023-04-18T02:00:08.100" v="9163" actId="1076"/>
          <ac:spMkLst>
            <pc:docMk/>
            <pc:sldMk cId="285228832" sldId="1562"/>
            <ac:spMk id="23" creationId="{1DCD33C8-E857-43A2-B62A-E603F40C90C7}"/>
          </ac:spMkLst>
        </pc:spChg>
        <pc:grpChg chg="add mod">
          <ac:chgData name="Thomas Bourgeat" userId="6fd801170b580c69" providerId="LiveId" clId="{E41B2F5C-D462-4AC4-A6A0-CFEC5BA0A455}" dt="2023-04-18T01:00:52.452" v="6554" actId="164"/>
          <ac:grpSpMkLst>
            <pc:docMk/>
            <pc:sldMk cId="285228832" sldId="1562"/>
            <ac:grpSpMk id="16" creationId="{EE91951B-E4D7-4854-BB68-8B125AEB0945}"/>
          </ac:grpSpMkLst>
        </pc:grpChg>
        <pc:grpChg chg="add mod">
          <ac:chgData name="Thomas Bourgeat" userId="6fd801170b580c69" providerId="LiveId" clId="{E41B2F5C-D462-4AC4-A6A0-CFEC5BA0A455}" dt="2023-04-18T01:42:27.809" v="8286" actId="14100"/>
          <ac:grpSpMkLst>
            <pc:docMk/>
            <pc:sldMk cId="285228832" sldId="1562"/>
            <ac:grpSpMk id="18" creationId="{FB4FED03-2DD1-4C66-AD9F-5236A0783282}"/>
          </ac:grpSpMkLst>
        </pc:grpChg>
        <pc:picChg chg="mod">
          <ac:chgData name="Thomas Bourgeat" userId="6fd801170b580c69" providerId="LiveId" clId="{E41B2F5C-D462-4AC4-A6A0-CFEC5BA0A455}" dt="2023-04-18T01:29:25.112" v="7654" actId="1076"/>
          <ac:picMkLst>
            <pc:docMk/>
            <pc:sldMk cId="285228832" sldId="1562"/>
            <ac:picMk id="9" creationId="{F419D972-3FEB-4863-8573-54BE88893B87}"/>
          </ac:picMkLst>
        </pc:picChg>
        <pc:picChg chg="add mod">
          <ac:chgData name="Thomas Bourgeat" userId="6fd801170b580c69" providerId="LiveId" clId="{E41B2F5C-D462-4AC4-A6A0-CFEC5BA0A455}" dt="2023-04-18T01:42:43.900" v="8290" actId="1076"/>
          <ac:picMkLst>
            <pc:docMk/>
            <pc:sldMk cId="285228832" sldId="1562"/>
            <ac:picMk id="21" creationId="{379E209F-0D7C-4308-B8DB-49B2DFC14BF3}"/>
          </ac:picMkLst>
        </pc:picChg>
        <pc:cxnChg chg="add mod">
          <ac:chgData name="Thomas Bourgeat" userId="6fd801170b580c69" providerId="LiveId" clId="{E41B2F5C-D462-4AC4-A6A0-CFEC5BA0A455}" dt="2023-04-18T02:59:14.464" v="10490" actId="20577"/>
          <ac:cxnSpMkLst>
            <pc:docMk/>
            <pc:sldMk cId="285228832" sldId="1562"/>
            <ac:cxnSpMk id="14" creationId="{9A2CE655-9C39-404F-90FF-CF9941A6F0BD}"/>
          </ac:cxnSpMkLst>
        </pc:cxn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3069395443" sldId="1562"/>
        </pc:sldMkLst>
      </pc:sldChg>
      <pc:sldChg chg="addSp delSp modSp add mod ord modAnim">
        <pc:chgData name="Thomas Bourgeat" userId="6fd801170b580c69" providerId="LiveId" clId="{E41B2F5C-D462-4AC4-A6A0-CFEC5BA0A455}" dt="2023-04-18T03:07:43.412" v="10992" actId="20577"/>
        <pc:sldMkLst>
          <pc:docMk/>
          <pc:sldMk cId="1643970436" sldId="1563"/>
        </pc:sldMkLst>
        <pc:spChg chg="mod">
          <ac:chgData name="Thomas Bourgeat" userId="6fd801170b580c69" providerId="LiveId" clId="{E41B2F5C-D462-4AC4-A6A0-CFEC5BA0A455}" dt="2023-04-18T03:07:43.412" v="10992" actId="20577"/>
          <ac:spMkLst>
            <pc:docMk/>
            <pc:sldMk cId="1643970436" sldId="1563"/>
            <ac:spMk id="2" creationId="{676F4C0D-74F3-4C55-A0E3-0BB773782736}"/>
          </ac:spMkLst>
        </pc:spChg>
        <pc:spChg chg="mod">
          <ac:chgData name="Thomas Bourgeat" userId="6fd801170b580c69" providerId="LiveId" clId="{E41B2F5C-D462-4AC4-A6A0-CFEC5BA0A455}" dt="2023-04-18T02:59:26.026" v="10518" actId="20577"/>
          <ac:spMkLst>
            <pc:docMk/>
            <pc:sldMk cId="1643970436" sldId="1563"/>
            <ac:spMk id="3" creationId="{6F037923-7F00-4892-BE1B-723B3613BFE3}"/>
          </ac:spMkLst>
        </pc:spChg>
        <pc:spChg chg="del">
          <ac:chgData name="Thomas Bourgeat" userId="6fd801170b580c69" providerId="LiveId" clId="{E41B2F5C-D462-4AC4-A6A0-CFEC5BA0A455}" dt="2023-04-18T01:43:48.521" v="8296" actId="21"/>
          <ac:spMkLst>
            <pc:docMk/>
            <pc:sldMk cId="1643970436" sldId="1563"/>
            <ac:spMk id="8" creationId="{4AC77D7C-915A-45BC-A484-6E17737752AB}"/>
          </ac:spMkLst>
        </pc:spChg>
        <pc:spChg chg="mod">
          <ac:chgData name="Thomas Bourgeat" userId="6fd801170b580c69" providerId="LiveId" clId="{E41B2F5C-D462-4AC4-A6A0-CFEC5BA0A455}" dt="2023-04-18T01:44:52.215" v="8378" actId="20577"/>
          <ac:spMkLst>
            <pc:docMk/>
            <pc:sldMk cId="1643970436" sldId="1563"/>
            <ac:spMk id="11" creationId="{06EF7202-13AE-47FB-977B-6134232181E0}"/>
          </ac:spMkLst>
        </pc:spChg>
        <pc:spChg chg="add mod">
          <ac:chgData name="Thomas Bourgeat" userId="6fd801170b580c69" providerId="LiveId" clId="{E41B2F5C-D462-4AC4-A6A0-CFEC5BA0A455}" dt="2023-04-18T01:44:43.869" v="8376" actId="20577"/>
          <ac:spMkLst>
            <pc:docMk/>
            <pc:sldMk cId="1643970436" sldId="1563"/>
            <ac:spMk id="15" creationId="{C8C40740-D39C-4EF9-88D6-14AEC19710F4}"/>
          </ac:spMkLst>
        </pc:spChg>
        <pc:spChg chg="add mod">
          <ac:chgData name="Thomas Bourgeat" userId="6fd801170b580c69" providerId="LiveId" clId="{E41B2F5C-D462-4AC4-A6A0-CFEC5BA0A455}" dt="2023-04-18T01:44:47.436" v="8377" actId="1076"/>
          <ac:spMkLst>
            <pc:docMk/>
            <pc:sldMk cId="1643970436" sldId="1563"/>
            <ac:spMk id="17" creationId="{AF5A17AC-44D6-4A83-8934-4A949674DAF3}"/>
          </ac:spMkLst>
        </pc:spChg>
        <pc:spChg chg="add del mod">
          <ac:chgData name="Thomas Bourgeat" userId="6fd801170b580c69" providerId="LiveId" clId="{E41B2F5C-D462-4AC4-A6A0-CFEC5BA0A455}" dt="2023-04-18T01:41:46.289" v="8276" actId="478"/>
          <ac:spMkLst>
            <pc:docMk/>
            <pc:sldMk cId="1643970436" sldId="1563"/>
            <ac:spMk id="19" creationId="{F1DF74FB-CC60-43C3-97AB-66D876805116}"/>
          </ac:spMkLst>
        </pc:spChg>
        <pc:spChg chg="add mod">
          <ac:chgData name="Thomas Bourgeat" userId="6fd801170b580c69" providerId="LiveId" clId="{E41B2F5C-D462-4AC4-A6A0-CFEC5BA0A455}" dt="2023-04-18T02:09:30.536" v="9287" actId="1076"/>
          <ac:spMkLst>
            <pc:docMk/>
            <pc:sldMk cId="1643970436" sldId="1563"/>
            <ac:spMk id="20" creationId="{3392EBD9-A56C-431C-8927-A72861EB6C6A}"/>
          </ac:spMkLst>
        </pc:spChg>
        <pc:spChg chg="add mod">
          <ac:chgData name="Thomas Bourgeat" userId="6fd801170b580c69" providerId="LiveId" clId="{E41B2F5C-D462-4AC4-A6A0-CFEC5BA0A455}" dt="2023-04-18T02:09:20.593" v="9285" actId="1076"/>
          <ac:spMkLst>
            <pc:docMk/>
            <pc:sldMk cId="1643970436" sldId="1563"/>
            <ac:spMk id="21" creationId="{4B2D9B37-8508-48D3-8A13-A13E059A5017}"/>
          </ac:spMkLst>
        </pc:spChg>
        <pc:picChg chg="add del mod">
          <ac:chgData name="Thomas Bourgeat" userId="6fd801170b580c69" providerId="LiveId" clId="{E41B2F5C-D462-4AC4-A6A0-CFEC5BA0A455}" dt="2023-04-18T01:42:17.220" v="8282" actId="21"/>
          <ac:picMkLst>
            <pc:docMk/>
            <pc:sldMk cId="1643970436" sldId="1563"/>
            <ac:picMk id="18" creationId="{3F0E4FBB-A94B-4F4D-A0AC-1BAA69AF80A0}"/>
          </ac:picMkLst>
        </pc:pic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4219141320" sldId="1563"/>
        </pc:sldMkLst>
      </pc:sldChg>
      <pc:sldChg chg="modSp new mod modAnim">
        <pc:chgData name="Thomas Bourgeat" userId="6fd801170b580c69" providerId="LiveId" clId="{E41B2F5C-D462-4AC4-A6A0-CFEC5BA0A455}" dt="2023-04-18T04:57:34.287" v="14866" actId="20577"/>
        <pc:sldMkLst>
          <pc:docMk/>
          <pc:sldMk cId="2104660615" sldId="1564"/>
        </pc:sldMkLst>
        <pc:spChg chg="mod">
          <ac:chgData name="Thomas Bourgeat" userId="6fd801170b580c69" providerId="LiveId" clId="{E41B2F5C-D462-4AC4-A6A0-CFEC5BA0A455}" dt="2023-04-18T01:03:27.057" v="6596" actId="20577"/>
          <ac:spMkLst>
            <pc:docMk/>
            <pc:sldMk cId="2104660615" sldId="1564"/>
            <ac:spMk id="2" creationId="{F80B844E-4681-46DE-BD0C-8C07E188076B}"/>
          </ac:spMkLst>
        </pc:spChg>
        <pc:spChg chg="mod">
          <ac:chgData name="Thomas Bourgeat" userId="6fd801170b580c69" providerId="LiveId" clId="{E41B2F5C-D462-4AC4-A6A0-CFEC5BA0A455}" dt="2023-04-18T04:57:34.287" v="14866" actId="20577"/>
          <ac:spMkLst>
            <pc:docMk/>
            <pc:sldMk cId="2104660615" sldId="1564"/>
            <ac:spMk id="3" creationId="{D864ED3F-7891-4B60-A25B-CF6FD8A1CC3E}"/>
          </ac:spMkLst>
        </pc:spChg>
      </pc:sldChg>
      <pc:sldChg chg="del">
        <pc:chgData name="Thomas Bourgeat" userId="6fd801170b580c69" providerId="LiveId" clId="{E41B2F5C-D462-4AC4-A6A0-CFEC5BA0A455}" dt="2023-04-17T15:53:58.148" v="23" actId="47"/>
        <pc:sldMkLst>
          <pc:docMk/>
          <pc:sldMk cId="2557232561" sldId="1564"/>
        </pc:sldMkLst>
      </pc:sldChg>
      <pc:sldChg chg="addSp delSp modSp add mod ord delAnim modAnim">
        <pc:chgData name="Thomas Bourgeat" userId="6fd801170b580c69" providerId="LiveId" clId="{E41B2F5C-D462-4AC4-A6A0-CFEC5BA0A455}" dt="2023-04-18T03:07:54.342" v="11006" actId="20577"/>
        <pc:sldMkLst>
          <pc:docMk/>
          <pc:sldMk cId="3361454857" sldId="1565"/>
        </pc:sldMkLst>
        <pc:spChg chg="mod">
          <ac:chgData name="Thomas Bourgeat" userId="6fd801170b580c69" providerId="LiveId" clId="{E41B2F5C-D462-4AC4-A6A0-CFEC5BA0A455}" dt="2023-04-18T03:07:54.342" v="11006" actId="20577"/>
          <ac:spMkLst>
            <pc:docMk/>
            <pc:sldMk cId="3361454857" sldId="1565"/>
            <ac:spMk id="2" creationId="{676F4C0D-74F3-4C55-A0E3-0BB773782736}"/>
          </ac:spMkLst>
        </pc:spChg>
        <pc:spChg chg="del topLvl">
          <ac:chgData name="Thomas Bourgeat" userId="6fd801170b580c69" providerId="LiveId" clId="{E41B2F5C-D462-4AC4-A6A0-CFEC5BA0A455}" dt="2023-04-18T01:26:21.200" v="7615" actId="478"/>
          <ac:spMkLst>
            <pc:docMk/>
            <pc:sldMk cId="3361454857" sldId="1565"/>
            <ac:spMk id="3" creationId="{6F037923-7F00-4892-BE1B-723B3613BFE3}"/>
          </ac:spMkLst>
        </pc:spChg>
        <pc:spChg chg="add del mod">
          <ac:chgData name="Thomas Bourgeat" userId="6fd801170b580c69" providerId="LiveId" clId="{E41B2F5C-D462-4AC4-A6A0-CFEC5BA0A455}" dt="2023-04-18T01:39:14.546" v="7850" actId="478"/>
          <ac:spMkLst>
            <pc:docMk/>
            <pc:sldMk cId="3361454857" sldId="1565"/>
            <ac:spMk id="4" creationId="{A39434D0-2CCA-4FD2-8276-46D4828C8BBF}"/>
          </ac:spMkLst>
        </pc:spChg>
        <pc:spChg chg="del mod">
          <ac:chgData name="Thomas Bourgeat" userId="6fd801170b580c69" providerId="LiveId" clId="{E41B2F5C-D462-4AC4-A6A0-CFEC5BA0A455}" dt="2023-04-18T01:39:28.146" v="7883" actId="21"/>
          <ac:spMkLst>
            <pc:docMk/>
            <pc:sldMk cId="3361454857" sldId="1565"/>
            <ac:spMk id="8" creationId="{4AC77D7C-915A-45BC-A484-6E17737752AB}"/>
          </ac:spMkLst>
        </pc:spChg>
        <pc:spChg chg="add mod">
          <ac:chgData name="Thomas Bourgeat" userId="6fd801170b580c69" providerId="LiveId" clId="{E41B2F5C-D462-4AC4-A6A0-CFEC5BA0A455}" dt="2023-04-18T01:45:00.102" v="8392" actId="20577"/>
          <ac:spMkLst>
            <pc:docMk/>
            <pc:sldMk cId="3361454857" sldId="1565"/>
            <ac:spMk id="15" creationId="{D558D537-BDC2-4F37-983D-7AEB89C619FC}"/>
          </ac:spMkLst>
        </pc:spChg>
        <pc:spChg chg="add del">
          <ac:chgData name="Thomas Bourgeat" userId="6fd801170b580c69" providerId="LiveId" clId="{E41B2F5C-D462-4AC4-A6A0-CFEC5BA0A455}" dt="2023-04-18T01:49:04.037" v="8583" actId="478"/>
          <ac:spMkLst>
            <pc:docMk/>
            <pc:sldMk cId="3361454857" sldId="1565"/>
            <ac:spMk id="17" creationId="{91426090-6601-4812-A66E-0E5950D71E00}"/>
          </ac:spMkLst>
        </pc:spChg>
        <pc:spChg chg="add mod">
          <ac:chgData name="Thomas Bourgeat" userId="6fd801170b580c69" providerId="LiveId" clId="{E41B2F5C-D462-4AC4-A6A0-CFEC5BA0A455}" dt="2023-04-18T02:09:33.956" v="9288"/>
          <ac:spMkLst>
            <pc:docMk/>
            <pc:sldMk cId="3361454857" sldId="1565"/>
            <ac:spMk id="22" creationId="{1A0A88CA-A5EF-4553-857F-3817E85DAA35}"/>
          </ac:spMkLst>
        </pc:spChg>
        <pc:spChg chg="add mod">
          <ac:chgData name="Thomas Bourgeat" userId="6fd801170b580c69" providerId="LiveId" clId="{E41B2F5C-D462-4AC4-A6A0-CFEC5BA0A455}" dt="2023-04-18T02:09:39.756" v="9291" actId="1076"/>
          <ac:spMkLst>
            <pc:docMk/>
            <pc:sldMk cId="3361454857" sldId="1565"/>
            <ac:spMk id="23" creationId="{E53E65E9-3DB9-43E0-BC56-479DE009F69D}"/>
          </ac:spMkLst>
        </pc:spChg>
        <pc:grpChg chg="del">
          <ac:chgData name="Thomas Bourgeat" userId="6fd801170b580c69" providerId="LiveId" clId="{E41B2F5C-D462-4AC4-A6A0-CFEC5BA0A455}" dt="2023-04-18T01:26:21.200" v="7615" actId="478"/>
          <ac:grpSpMkLst>
            <pc:docMk/>
            <pc:sldMk cId="3361454857" sldId="1565"/>
            <ac:grpSpMk id="16" creationId="{EE91951B-E4D7-4854-BB68-8B125AEB0945}"/>
          </ac:grpSpMkLst>
        </pc:grpChg>
        <pc:picChg chg="add del mod">
          <ac:chgData name="Thomas Bourgeat" userId="6fd801170b580c69" providerId="LiveId" clId="{E41B2F5C-D462-4AC4-A6A0-CFEC5BA0A455}" dt="2023-04-18T01:49:39.473" v="8585" actId="478"/>
          <ac:picMkLst>
            <pc:docMk/>
            <pc:sldMk cId="3361454857" sldId="1565"/>
            <ac:picMk id="19" creationId="{9F1A0EC4-5C6E-4339-A997-8117131178A2}"/>
          </ac:picMkLst>
        </pc:picChg>
        <pc:picChg chg="add mod">
          <ac:chgData name="Thomas Bourgeat" userId="6fd801170b580c69" providerId="LiveId" clId="{E41B2F5C-D462-4AC4-A6A0-CFEC5BA0A455}" dt="2023-04-18T01:50:12.596" v="8588" actId="1076"/>
          <ac:picMkLst>
            <pc:docMk/>
            <pc:sldMk cId="3361454857" sldId="1565"/>
            <ac:picMk id="21" creationId="{C7198C39-9F1B-4A38-8343-720E9D212EA7}"/>
          </ac:picMkLst>
        </pc:picChg>
        <pc:cxnChg chg="del mod topLvl">
          <ac:chgData name="Thomas Bourgeat" userId="6fd801170b580c69" providerId="LiveId" clId="{E41B2F5C-D462-4AC4-A6A0-CFEC5BA0A455}" dt="2023-04-18T01:38:02.449" v="7828" actId="478"/>
          <ac:cxnSpMkLst>
            <pc:docMk/>
            <pc:sldMk cId="3361454857" sldId="1565"/>
            <ac:cxnSpMk id="14" creationId="{9A2CE655-9C39-404F-90FF-CF9941A6F0BD}"/>
          </ac:cxnSpMkLst>
        </pc:cxnChg>
      </pc:sldChg>
      <pc:sldChg chg="new del">
        <pc:chgData name="Thomas Bourgeat" userId="6fd801170b580c69" providerId="LiveId" clId="{E41B2F5C-D462-4AC4-A6A0-CFEC5BA0A455}" dt="2023-04-18T03:05:17.479" v="10859" actId="47"/>
        <pc:sldMkLst>
          <pc:docMk/>
          <pc:sldMk cId="959132734" sldId="1566"/>
        </pc:sldMkLst>
      </pc:sldChg>
      <pc:sldChg chg="addSp modSp add mod modAnim">
        <pc:chgData name="Thomas Bourgeat" userId="6fd801170b580c69" providerId="LiveId" clId="{E41B2F5C-D462-4AC4-A6A0-CFEC5BA0A455}" dt="2023-04-18T12:00:22.512" v="19149" actId="1076"/>
        <pc:sldMkLst>
          <pc:docMk/>
          <pc:sldMk cId="1137125350" sldId="1567"/>
        </pc:sldMkLst>
        <pc:spChg chg="mod">
          <ac:chgData name="Thomas Bourgeat" userId="6fd801170b580c69" providerId="LiveId" clId="{E41B2F5C-D462-4AC4-A6A0-CFEC5BA0A455}" dt="2023-04-18T12:00:03.415" v="19146" actId="207"/>
          <ac:spMkLst>
            <pc:docMk/>
            <pc:sldMk cId="1137125350" sldId="1567"/>
            <ac:spMk id="2" creationId="{637DEB2A-DF7B-4DCE-AE1B-61DD4EE23EC5}"/>
          </ac:spMkLst>
        </pc:spChg>
        <pc:spChg chg="mod">
          <ac:chgData name="Thomas Bourgeat" userId="6fd801170b580c69" providerId="LiveId" clId="{E41B2F5C-D462-4AC4-A6A0-CFEC5BA0A455}" dt="2023-04-18T12:00:20.602" v="19148" actId="207"/>
          <ac:spMkLst>
            <pc:docMk/>
            <pc:sldMk cId="1137125350" sldId="1567"/>
            <ac:spMk id="3" creationId="{6672FC35-3027-495E-907B-43220A910D14}"/>
          </ac:spMkLst>
        </pc:spChg>
        <pc:spChg chg="add mod">
          <ac:chgData name="Thomas Bourgeat" userId="6fd801170b580c69" providerId="LiveId" clId="{E41B2F5C-D462-4AC4-A6A0-CFEC5BA0A455}" dt="2023-04-18T12:00:22.512" v="19149" actId="1076"/>
          <ac:spMkLst>
            <pc:docMk/>
            <pc:sldMk cId="1137125350" sldId="1567"/>
            <ac:spMk id="6" creationId="{093A0396-36F1-4EDB-BA80-F4198A8429B4}"/>
          </ac:spMkLst>
        </pc:spChg>
      </pc:sldChg>
      <pc:sldChg chg="modSp new del mod">
        <pc:chgData name="Thomas Bourgeat" userId="6fd801170b580c69" providerId="LiveId" clId="{E41B2F5C-D462-4AC4-A6A0-CFEC5BA0A455}" dt="2023-04-18T01:38:17.684" v="7830" actId="2696"/>
        <pc:sldMkLst>
          <pc:docMk/>
          <pc:sldMk cId="4240998002" sldId="1567"/>
        </pc:sldMkLst>
        <pc:spChg chg="mod">
          <ac:chgData name="Thomas Bourgeat" userId="6fd801170b580c69" providerId="LiveId" clId="{E41B2F5C-D462-4AC4-A6A0-CFEC5BA0A455}" dt="2023-04-18T01:18:09.084" v="7195" actId="313"/>
          <ac:spMkLst>
            <pc:docMk/>
            <pc:sldMk cId="4240998002" sldId="1567"/>
            <ac:spMk id="2" creationId="{637DEB2A-DF7B-4DCE-AE1B-61DD4EE23EC5}"/>
          </ac:spMkLst>
        </pc:spChg>
        <pc:spChg chg="mod">
          <ac:chgData name="Thomas Bourgeat" userId="6fd801170b580c69" providerId="LiveId" clId="{E41B2F5C-D462-4AC4-A6A0-CFEC5BA0A455}" dt="2023-04-18T01:23:58.054" v="7595" actId="20577"/>
          <ac:spMkLst>
            <pc:docMk/>
            <pc:sldMk cId="4240998002" sldId="1567"/>
            <ac:spMk id="3" creationId="{6672FC35-3027-495E-907B-43220A910D14}"/>
          </ac:spMkLst>
        </pc:spChg>
      </pc:sldChg>
      <pc:sldChg chg="addSp delSp modSp new mod modAnim">
        <pc:chgData name="Thomas Bourgeat" userId="6fd801170b580c69" providerId="LiveId" clId="{E41B2F5C-D462-4AC4-A6A0-CFEC5BA0A455}" dt="2023-04-18T02:01:02.030" v="9164"/>
        <pc:sldMkLst>
          <pc:docMk/>
          <pc:sldMk cId="209625696" sldId="1568"/>
        </pc:sldMkLst>
        <pc:spChg chg="mod">
          <ac:chgData name="Thomas Bourgeat" userId="6fd801170b580c69" providerId="LiveId" clId="{E41B2F5C-D462-4AC4-A6A0-CFEC5BA0A455}" dt="2023-04-18T01:56:58.146" v="9052" actId="20577"/>
          <ac:spMkLst>
            <pc:docMk/>
            <pc:sldMk cId="209625696" sldId="1568"/>
            <ac:spMk id="2" creationId="{65214530-C04D-45EE-9C2C-3449DC195976}"/>
          </ac:spMkLst>
        </pc:spChg>
        <pc:spChg chg="mod">
          <ac:chgData name="Thomas Bourgeat" userId="6fd801170b580c69" providerId="LiveId" clId="{E41B2F5C-D462-4AC4-A6A0-CFEC5BA0A455}" dt="2023-04-18T01:57:29.322" v="9088" actId="20577"/>
          <ac:spMkLst>
            <pc:docMk/>
            <pc:sldMk cId="209625696" sldId="1568"/>
            <ac:spMk id="3" creationId="{899B482C-DE30-4BC2-BBEC-DB0F160C732D}"/>
          </ac:spMkLst>
        </pc:spChg>
        <pc:spChg chg="add del mod">
          <ac:chgData name="Thomas Bourgeat" userId="6fd801170b580c69" providerId="LiveId" clId="{E41B2F5C-D462-4AC4-A6A0-CFEC5BA0A455}" dt="2023-04-18T01:43:52.202" v="8298"/>
          <ac:spMkLst>
            <pc:docMk/>
            <pc:sldMk cId="209625696" sldId="1568"/>
            <ac:spMk id="6" creationId="{D8397AAB-97E9-4566-B591-FFBAD3B7BA0C}"/>
          </ac:spMkLst>
        </pc:spChg>
        <pc:spChg chg="add del mod">
          <ac:chgData name="Thomas Bourgeat" userId="6fd801170b580c69" providerId="LiveId" clId="{E41B2F5C-D462-4AC4-A6A0-CFEC5BA0A455}" dt="2023-04-18T01:45:50.827" v="8506" actId="478"/>
          <ac:spMkLst>
            <pc:docMk/>
            <pc:sldMk cId="209625696" sldId="1568"/>
            <ac:spMk id="7" creationId="{8FF50D7B-8751-4928-9221-334A8A3943F0}"/>
          </ac:spMkLst>
        </pc:spChg>
      </pc:sldChg>
      <pc:sldChg chg="new del">
        <pc:chgData name="Thomas Bourgeat" userId="6fd801170b580c69" providerId="LiveId" clId="{E41B2F5C-D462-4AC4-A6A0-CFEC5BA0A455}" dt="2023-04-18T01:48:40.603" v="8581" actId="47"/>
        <pc:sldMkLst>
          <pc:docMk/>
          <pc:sldMk cId="290801432" sldId="1569"/>
        </pc:sldMkLst>
      </pc:sldChg>
      <pc:sldChg chg="modSp new mod ord modAnim">
        <pc:chgData name="Thomas Bourgeat" userId="6fd801170b580c69" providerId="LiveId" clId="{E41B2F5C-D462-4AC4-A6A0-CFEC5BA0A455}" dt="2023-04-18T03:41:32.167" v="11240"/>
        <pc:sldMkLst>
          <pc:docMk/>
          <pc:sldMk cId="1658565371" sldId="1569"/>
        </pc:sldMkLst>
        <pc:spChg chg="mod">
          <ac:chgData name="Thomas Bourgeat" userId="6fd801170b580c69" providerId="LiveId" clId="{E41B2F5C-D462-4AC4-A6A0-CFEC5BA0A455}" dt="2023-04-18T01:51:17.946" v="8658" actId="20577"/>
          <ac:spMkLst>
            <pc:docMk/>
            <pc:sldMk cId="1658565371" sldId="1569"/>
            <ac:spMk id="2" creationId="{DDBD7005-3A91-45CC-8F3F-AB1131BDB377}"/>
          </ac:spMkLst>
        </pc:spChg>
        <pc:spChg chg="mod">
          <ac:chgData name="Thomas Bourgeat" userId="6fd801170b580c69" providerId="LiveId" clId="{E41B2F5C-D462-4AC4-A6A0-CFEC5BA0A455}" dt="2023-04-18T03:03:25.901" v="10721" actId="20577"/>
          <ac:spMkLst>
            <pc:docMk/>
            <pc:sldMk cId="1658565371" sldId="1569"/>
            <ac:spMk id="3" creationId="{130F80C8-DDDE-4E16-A249-836CA0BE391C}"/>
          </ac:spMkLst>
        </pc:spChg>
      </pc:sldChg>
      <pc:sldChg chg="addSp delSp modSp new mod modClrScheme chgLayout">
        <pc:chgData name="Thomas Bourgeat" userId="6fd801170b580c69" providerId="LiveId" clId="{E41B2F5C-D462-4AC4-A6A0-CFEC5BA0A455}" dt="2023-04-18T05:15:51.654" v="15648" actId="20577"/>
        <pc:sldMkLst>
          <pc:docMk/>
          <pc:sldMk cId="2340530466" sldId="1570"/>
        </pc:sldMkLst>
        <pc:spChg chg="del mod ord">
          <ac:chgData name="Thomas Bourgeat" userId="6fd801170b580c69" providerId="LiveId" clId="{E41B2F5C-D462-4AC4-A6A0-CFEC5BA0A455}" dt="2023-04-18T02:01:50.689" v="9169" actId="700"/>
          <ac:spMkLst>
            <pc:docMk/>
            <pc:sldMk cId="2340530466" sldId="1570"/>
            <ac:spMk id="2" creationId="{1BC0AF3B-4E03-4C39-80E1-A38D7066FC26}"/>
          </ac:spMkLst>
        </pc:spChg>
        <pc:spChg chg="del mod ord">
          <ac:chgData name="Thomas Bourgeat" userId="6fd801170b580c69" providerId="LiveId" clId="{E41B2F5C-D462-4AC4-A6A0-CFEC5BA0A455}" dt="2023-04-18T02:01:50.689" v="9169" actId="700"/>
          <ac:spMkLst>
            <pc:docMk/>
            <pc:sldMk cId="2340530466" sldId="1570"/>
            <ac:spMk id="3" creationId="{ABBEC0CE-BEDE-4B4E-AB58-DCE90683DDEB}"/>
          </ac:spMkLst>
        </pc:spChg>
        <pc:spChg chg="mod ord">
          <ac:chgData name="Thomas Bourgeat" userId="6fd801170b580c69" providerId="LiveId" clId="{E41B2F5C-D462-4AC4-A6A0-CFEC5BA0A455}" dt="2023-04-18T02:01:50.689" v="9169" actId="700"/>
          <ac:spMkLst>
            <pc:docMk/>
            <pc:sldMk cId="2340530466" sldId="1570"/>
            <ac:spMk id="4" creationId="{C01481F9-E8AA-4CAC-B2C5-FD7DC4C83AB3}"/>
          </ac:spMkLst>
        </pc:spChg>
        <pc:spChg chg="mod ord">
          <ac:chgData name="Thomas Bourgeat" userId="6fd801170b580c69" providerId="LiveId" clId="{E41B2F5C-D462-4AC4-A6A0-CFEC5BA0A455}" dt="2023-04-18T02:01:50.689" v="9169" actId="700"/>
          <ac:spMkLst>
            <pc:docMk/>
            <pc:sldMk cId="2340530466" sldId="1570"/>
            <ac:spMk id="5" creationId="{C3F24C2E-325A-4887-8289-9CF6DB7D5EED}"/>
          </ac:spMkLst>
        </pc:spChg>
        <pc:spChg chg="add mod ord">
          <ac:chgData name="Thomas Bourgeat" userId="6fd801170b580c69" providerId="LiveId" clId="{E41B2F5C-D462-4AC4-A6A0-CFEC5BA0A455}" dt="2023-04-18T02:33:10.381" v="9527" actId="20577"/>
          <ac:spMkLst>
            <pc:docMk/>
            <pc:sldMk cId="2340530466" sldId="1570"/>
            <ac:spMk id="6" creationId="{D357AE9D-7279-4199-9FDE-4784A0C0C5E1}"/>
          </ac:spMkLst>
        </pc:spChg>
        <pc:spChg chg="add mod ord">
          <ac:chgData name="Thomas Bourgeat" userId="6fd801170b580c69" providerId="LiveId" clId="{E41B2F5C-D462-4AC4-A6A0-CFEC5BA0A455}" dt="2023-04-18T05:15:51.654" v="15648" actId="20577"/>
          <ac:spMkLst>
            <pc:docMk/>
            <pc:sldMk cId="2340530466" sldId="1570"/>
            <ac:spMk id="7" creationId="{71814395-B50F-49CB-9E55-6DBF5A84F18E}"/>
          </ac:spMkLst>
        </pc:spChg>
      </pc:sldChg>
      <pc:sldChg chg="new del">
        <pc:chgData name="Thomas Bourgeat" userId="6fd801170b580c69" providerId="LiveId" clId="{E41B2F5C-D462-4AC4-A6A0-CFEC5BA0A455}" dt="2023-04-18T02:33:04.116" v="9515" actId="47"/>
        <pc:sldMkLst>
          <pc:docMk/>
          <pc:sldMk cId="2518695789" sldId="1571"/>
        </pc:sldMkLst>
      </pc:sldChg>
      <pc:sldChg chg="modSp add mod">
        <pc:chgData name="Thomas Bourgeat" userId="6fd801170b580c69" providerId="LiveId" clId="{E41B2F5C-D462-4AC4-A6A0-CFEC5BA0A455}" dt="2023-04-18T12:01:07.955" v="19162" actId="20577"/>
        <pc:sldMkLst>
          <pc:docMk/>
          <pc:sldMk cId="2045858519" sldId="1572"/>
        </pc:sldMkLst>
        <pc:spChg chg="mod">
          <ac:chgData name="Thomas Bourgeat" userId="6fd801170b580c69" providerId="LiveId" clId="{E41B2F5C-D462-4AC4-A6A0-CFEC5BA0A455}" dt="2023-04-18T12:01:07.955" v="19162" actId="20577"/>
          <ac:spMkLst>
            <pc:docMk/>
            <pc:sldMk cId="2045858519" sldId="1572"/>
            <ac:spMk id="7" creationId="{71814395-B50F-49CB-9E55-6DBF5A84F18E}"/>
          </ac:spMkLst>
        </pc:spChg>
      </pc:sldChg>
      <pc:sldChg chg="new del">
        <pc:chgData name="Thomas Bourgeat" userId="6fd801170b580c69" providerId="LiveId" clId="{E41B2F5C-D462-4AC4-A6A0-CFEC5BA0A455}" dt="2023-04-18T02:33:14.777" v="9530" actId="47"/>
        <pc:sldMkLst>
          <pc:docMk/>
          <pc:sldMk cId="939735666" sldId="1573"/>
        </pc:sldMkLst>
      </pc:sldChg>
      <pc:sldChg chg="addSp modSp new mod">
        <pc:chgData name="Thomas Bourgeat" userId="6fd801170b580c69" providerId="LiveId" clId="{E41B2F5C-D462-4AC4-A6A0-CFEC5BA0A455}" dt="2023-04-18T02:40:40.438" v="9772" actId="1076"/>
        <pc:sldMkLst>
          <pc:docMk/>
          <pc:sldMk cId="2473335529" sldId="1573"/>
        </pc:sldMkLst>
        <pc:spChg chg="mod">
          <ac:chgData name="Thomas Bourgeat" userId="6fd801170b580c69" providerId="LiveId" clId="{E41B2F5C-D462-4AC4-A6A0-CFEC5BA0A455}" dt="2023-04-18T02:38:07.975" v="9714" actId="20577"/>
          <ac:spMkLst>
            <pc:docMk/>
            <pc:sldMk cId="2473335529" sldId="1573"/>
            <ac:spMk id="2" creationId="{CD85CAFE-6D82-4130-B9A0-0619D6CAAC34}"/>
          </ac:spMkLst>
        </pc:spChg>
        <pc:spChg chg="mod">
          <ac:chgData name="Thomas Bourgeat" userId="6fd801170b580c69" providerId="LiveId" clId="{E41B2F5C-D462-4AC4-A6A0-CFEC5BA0A455}" dt="2023-04-18T02:40:31.853" v="9770" actId="6549"/>
          <ac:spMkLst>
            <pc:docMk/>
            <pc:sldMk cId="2473335529" sldId="1573"/>
            <ac:spMk id="3" creationId="{1BDFE249-4211-41E1-8F7A-9CC1EDCE7320}"/>
          </ac:spMkLst>
        </pc:spChg>
        <pc:picChg chg="add mod">
          <ac:chgData name="Thomas Bourgeat" userId="6fd801170b580c69" providerId="LiveId" clId="{E41B2F5C-D462-4AC4-A6A0-CFEC5BA0A455}" dt="2023-04-18T02:40:40.438" v="9772" actId="1076"/>
          <ac:picMkLst>
            <pc:docMk/>
            <pc:sldMk cId="2473335529" sldId="1573"/>
            <ac:picMk id="7" creationId="{46ED09EC-F4E5-44AC-B195-94851C484A11}"/>
          </ac:picMkLst>
        </pc:picChg>
      </pc:sldChg>
      <pc:sldChg chg="addSp delSp modSp new mod">
        <pc:chgData name="Thomas Bourgeat" userId="6fd801170b580c69" providerId="LiveId" clId="{E41B2F5C-D462-4AC4-A6A0-CFEC5BA0A455}" dt="2023-04-18T02:55:23.923" v="10455" actId="20577"/>
        <pc:sldMkLst>
          <pc:docMk/>
          <pc:sldMk cId="3739294151" sldId="1574"/>
        </pc:sldMkLst>
        <pc:spChg chg="mod">
          <ac:chgData name="Thomas Bourgeat" userId="6fd801170b580c69" providerId="LiveId" clId="{E41B2F5C-D462-4AC4-A6A0-CFEC5BA0A455}" dt="2023-04-18T02:55:23.923" v="10455" actId="20577"/>
          <ac:spMkLst>
            <pc:docMk/>
            <pc:sldMk cId="3739294151" sldId="1574"/>
            <ac:spMk id="2" creationId="{C8225D45-6C55-4C1E-AED0-6F6183ADDB08}"/>
          </ac:spMkLst>
        </pc:spChg>
        <pc:spChg chg="del">
          <ac:chgData name="Thomas Bourgeat" userId="6fd801170b580c69" providerId="LiveId" clId="{E41B2F5C-D462-4AC4-A6A0-CFEC5BA0A455}" dt="2023-04-18T02:41:49.025" v="9774" actId="931"/>
          <ac:spMkLst>
            <pc:docMk/>
            <pc:sldMk cId="3739294151" sldId="1574"/>
            <ac:spMk id="3" creationId="{E53BADCF-0521-44AB-88AC-2F7709971572}"/>
          </ac:spMkLst>
        </pc:spChg>
        <pc:spChg chg="add del">
          <ac:chgData name="Thomas Bourgeat" userId="6fd801170b580c69" providerId="LiveId" clId="{E41B2F5C-D462-4AC4-A6A0-CFEC5BA0A455}" dt="2023-04-18T02:42:42.384" v="9864" actId="22"/>
          <ac:spMkLst>
            <pc:docMk/>
            <pc:sldMk cId="3739294151" sldId="1574"/>
            <ac:spMk id="9" creationId="{7492A7ED-804E-43F8-BA84-F6A8800C0B2B}"/>
          </ac:spMkLst>
        </pc:spChg>
        <pc:spChg chg="add mod">
          <ac:chgData name="Thomas Bourgeat" userId="6fd801170b580c69" providerId="LiveId" clId="{E41B2F5C-D462-4AC4-A6A0-CFEC5BA0A455}" dt="2023-04-18T02:44:04.881" v="10010" actId="1076"/>
          <ac:spMkLst>
            <pc:docMk/>
            <pc:sldMk cId="3739294151" sldId="1574"/>
            <ac:spMk id="10" creationId="{A71A3405-DE4E-4EB8-8255-5C6027F13D0D}"/>
          </ac:spMkLst>
        </pc:spChg>
        <pc:spChg chg="add mod">
          <ac:chgData name="Thomas Bourgeat" userId="6fd801170b580c69" providerId="LiveId" clId="{E41B2F5C-D462-4AC4-A6A0-CFEC5BA0A455}" dt="2023-04-18T02:44:15.318" v="10013" actId="207"/>
          <ac:spMkLst>
            <pc:docMk/>
            <pc:sldMk cId="3739294151" sldId="1574"/>
            <ac:spMk id="11" creationId="{B166EC5E-226B-434A-BC5C-C7652C865ABE}"/>
          </ac:spMkLst>
        </pc:spChg>
        <pc:spChg chg="add mod">
          <ac:chgData name="Thomas Bourgeat" userId="6fd801170b580c69" providerId="LiveId" clId="{E41B2F5C-D462-4AC4-A6A0-CFEC5BA0A455}" dt="2023-04-18T02:44:11.651" v="10012" actId="207"/>
          <ac:spMkLst>
            <pc:docMk/>
            <pc:sldMk cId="3739294151" sldId="1574"/>
            <ac:spMk id="12" creationId="{FD5D993D-6BFF-40FE-84D4-6504E73154C1}"/>
          </ac:spMkLst>
        </pc:spChg>
        <pc:picChg chg="add mod modCrop">
          <ac:chgData name="Thomas Bourgeat" userId="6fd801170b580c69" providerId="LiveId" clId="{E41B2F5C-D462-4AC4-A6A0-CFEC5BA0A455}" dt="2023-04-18T02:43:25.438" v="9960" actId="1076"/>
          <ac:picMkLst>
            <pc:docMk/>
            <pc:sldMk cId="3739294151" sldId="1574"/>
            <ac:picMk id="7" creationId="{EA77D430-557E-489D-AFA6-AB883902FFF2}"/>
          </ac:picMkLst>
        </pc:picChg>
      </pc:sldChg>
      <pc:sldChg chg="modSp new mod">
        <pc:chgData name="Thomas Bourgeat" userId="6fd801170b580c69" providerId="LiveId" clId="{E41B2F5C-D462-4AC4-A6A0-CFEC5BA0A455}" dt="2023-04-18T02:51:04.185" v="10337" actId="20577"/>
        <pc:sldMkLst>
          <pc:docMk/>
          <pc:sldMk cId="525604795" sldId="1575"/>
        </pc:sldMkLst>
        <pc:spChg chg="mod">
          <ac:chgData name="Thomas Bourgeat" userId="6fd801170b580c69" providerId="LiveId" clId="{E41B2F5C-D462-4AC4-A6A0-CFEC5BA0A455}" dt="2023-04-18T02:45:06.185" v="10031" actId="20577"/>
          <ac:spMkLst>
            <pc:docMk/>
            <pc:sldMk cId="525604795" sldId="1575"/>
            <ac:spMk id="2" creationId="{CBD060A1-1957-478C-9420-38C0C9C7379E}"/>
          </ac:spMkLst>
        </pc:spChg>
        <pc:spChg chg="mod">
          <ac:chgData name="Thomas Bourgeat" userId="6fd801170b580c69" providerId="LiveId" clId="{E41B2F5C-D462-4AC4-A6A0-CFEC5BA0A455}" dt="2023-04-18T02:51:04.185" v="10337" actId="20577"/>
          <ac:spMkLst>
            <pc:docMk/>
            <pc:sldMk cId="525604795" sldId="1575"/>
            <ac:spMk id="3" creationId="{0D716616-5DB2-4679-9C1D-181DFB7C8C11}"/>
          </ac:spMkLst>
        </pc:spChg>
      </pc:sldChg>
      <pc:sldChg chg="modSp new del mod modShow">
        <pc:chgData name="Thomas Bourgeat" userId="6fd801170b580c69" providerId="LiveId" clId="{E41B2F5C-D462-4AC4-A6A0-CFEC5BA0A455}" dt="2023-04-18T02:55:05.836" v="10444" actId="47"/>
        <pc:sldMkLst>
          <pc:docMk/>
          <pc:sldMk cId="1430231384" sldId="1576"/>
        </pc:sldMkLst>
        <pc:spChg chg="mod">
          <ac:chgData name="Thomas Bourgeat" userId="6fd801170b580c69" providerId="LiveId" clId="{E41B2F5C-D462-4AC4-A6A0-CFEC5BA0A455}" dt="2023-04-18T02:54:58.122" v="10442" actId="20577"/>
          <ac:spMkLst>
            <pc:docMk/>
            <pc:sldMk cId="1430231384" sldId="1576"/>
            <ac:spMk id="2" creationId="{853B336A-1F43-4E0D-9A2A-D450D4E11502}"/>
          </ac:spMkLst>
        </pc:spChg>
      </pc:sldChg>
      <pc:sldChg chg="modSp new mod modShow">
        <pc:chgData name="Thomas Bourgeat" userId="6fd801170b580c69" providerId="LiveId" clId="{E41B2F5C-D462-4AC4-A6A0-CFEC5BA0A455}" dt="2023-04-18T05:15:00.233" v="15591" actId="20577"/>
        <pc:sldMkLst>
          <pc:docMk/>
          <pc:sldMk cId="3380505293" sldId="1576"/>
        </pc:sldMkLst>
        <pc:spChg chg="mod">
          <ac:chgData name="Thomas Bourgeat" userId="6fd801170b580c69" providerId="LiveId" clId="{E41B2F5C-D462-4AC4-A6A0-CFEC5BA0A455}" dt="2023-04-18T03:33:12.925" v="11064" actId="20577"/>
          <ac:spMkLst>
            <pc:docMk/>
            <pc:sldMk cId="3380505293" sldId="1576"/>
            <ac:spMk id="2" creationId="{6921CBE0-C426-4520-837A-81235609F89E}"/>
          </ac:spMkLst>
        </pc:spChg>
        <pc:spChg chg="mod">
          <ac:chgData name="Thomas Bourgeat" userId="6fd801170b580c69" providerId="LiveId" clId="{E41B2F5C-D462-4AC4-A6A0-CFEC5BA0A455}" dt="2023-04-18T05:15:00.233" v="15591" actId="20577"/>
          <ac:spMkLst>
            <pc:docMk/>
            <pc:sldMk cId="3380505293" sldId="1576"/>
            <ac:spMk id="3" creationId="{D780C876-4111-4F96-9F76-AA2918B52523}"/>
          </ac:spMkLst>
        </pc:spChg>
      </pc:sldChg>
      <pc:sldChg chg="addSp delSp modSp new mod modClrScheme chgLayout">
        <pc:chgData name="Thomas Bourgeat" userId="6fd801170b580c69" providerId="LiveId" clId="{E41B2F5C-D462-4AC4-A6A0-CFEC5BA0A455}" dt="2023-04-18T11:59:14.637" v="19125" actId="20577"/>
        <pc:sldMkLst>
          <pc:docMk/>
          <pc:sldMk cId="522274672" sldId="1577"/>
        </pc:sldMkLst>
        <pc:spChg chg="del mod ord">
          <ac:chgData name="Thomas Bourgeat" userId="6fd801170b580c69" providerId="LiveId" clId="{E41B2F5C-D462-4AC4-A6A0-CFEC5BA0A455}" dt="2023-04-18T03:35:19.531" v="11104" actId="700"/>
          <ac:spMkLst>
            <pc:docMk/>
            <pc:sldMk cId="522274672" sldId="1577"/>
            <ac:spMk id="2" creationId="{5FADFCFC-1D70-43BB-B137-96912027B3F2}"/>
          </ac:spMkLst>
        </pc:spChg>
        <pc:spChg chg="del mod ord">
          <ac:chgData name="Thomas Bourgeat" userId="6fd801170b580c69" providerId="LiveId" clId="{E41B2F5C-D462-4AC4-A6A0-CFEC5BA0A455}" dt="2023-04-18T03:35:19.531" v="11104" actId="700"/>
          <ac:spMkLst>
            <pc:docMk/>
            <pc:sldMk cId="522274672" sldId="1577"/>
            <ac:spMk id="3" creationId="{60259121-3309-442E-A6AC-62856FD46CB9}"/>
          </ac:spMkLst>
        </pc:spChg>
        <pc:spChg chg="mod ord">
          <ac:chgData name="Thomas Bourgeat" userId="6fd801170b580c69" providerId="LiveId" clId="{E41B2F5C-D462-4AC4-A6A0-CFEC5BA0A455}" dt="2023-04-18T03:35:19.531" v="11104" actId="700"/>
          <ac:spMkLst>
            <pc:docMk/>
            <pc:sldMk cId="522274672" sldId="1577"/>
            <ac:spMk id="4" creationId="{F2579E85-4AF8-45D3-B8B4-EFF81E51CE72}"/>
          </ac:spMkLst>
        </pc:spChg>
        <pc:spChg chg="mod ord">
          <ac:chgData name="Thomas Bourgeat" userId="6fd801170b580c69" providerId="LiveId" clId="{E41B2F5C-D462-4AC4-A6A0-CFEC5BA0A455}" dt="2023-04-18T03:35:19.531" v="11104" actId="700"/>
          <ac:spMkLst>
            <pc:docMk/>
            <pc:sldMk cId="522274672" sldId="1577"/>
            <ac:spMk id="5" creationId="{360AA6A3-5DB4-43A6-8A30-FA24BDCE0B4C}"/>
          </ac:spMkLst>
        </pc:spChg>
        <pc:spChg chg="add mod ord">
          <ac:chgData name="Thomas Bourgeat" userId="6fd801170b580c69" providerId="LiveId" clId="{E41B2F5C-D462-4AC4-A6A0-CFEC5BA0A455}" dt="2023-04-18T04:07:28.234" v="12469" actId="14100"/>
          <ac:spMkLst>
            <pc:docMk/>
            <pc:sldMk cId="522274672" sldId="1577"/>
            <ac:spMk id="6" creationId="{55982BFB-5C4E-4EAA-B5A6-511996C1B385}"/>
          </ac:spMkLst>
        </pc:spChg>
        <pc:spChg chg="add mod ord">
          <ac:chgData name="Thomas Bourgeat" userId="6fd801170b580c69" providerId="LiveId" clId="{E41B2F5C-D462-4AC4-A6A0-CFEC5BA0A455}" dt="2023-04-18T11:59:14.637" v="19125" actId="20577"/>
          <ac:spMkLst>
            <pc:docMk/>
            <pc:sldMk cId="522274672" sldId="1577"/>
            <ac:spMk id="7" creationId="{33BC0935-7777-45C5-8164-893481556501}"/>
          </ac:spMkLst>
        </pc:spChg>
      </pc:sldChg>
      <pc:sldChg chg="modSp new del mod">
        <pc:chgData name="Thomas Bourgeat" userId="6fd801170b580c69" providerId="LiveId" clId="{E41B2F5C-D462-4AC4-A6A0-CFEC5BA0A455}" dt="2023-04-18T03:44:55.979" v="11320" actId="47"/>
        <pc:sldMkLst>
          <pc:docMk/>
          <pc:sldMk cId="1690591396" sldId="1578"/>
        </pc:sldMkLst>
        <pc:spChg chg="mod">
          <ac:chgData name="Thomas Bourgeat" userId="6fd801170b580c69" providerId="LiveId" clId="{E41B2F5C-D462-4AC4-A6A0-CFEC5BA0A455}" dt="2023-04-18T03:36:03.544" v="11148" actId="20577"/>
          <ac:spMkLst>
            <pc:docMk/>
            <pc:sldMk cId="1690591396" sldId="1578"/>
            <ac:spMk id="2" creationId="{42665933-6671-47FE-993C-EA3926858FB7}"/>
          </ac:spMkLst>
        </pc:spChg>
        <pc:spChg chg="mod">
          <ac:chgData name="Thomas Bourgeat" userId="6fd801170b580c69" providerId="LiveId" clId="{E41B2F5C-D462-4AC4-A6A0-CFEC5BA0A455}" dt="2023-04-18T03:37:04.862" v="11218" actId="20577"/>
          <ac:spMkLst>
            <pc:docMk/>
            <pc:sldMk cId="1690591396" sldId="1578"/>
            <ac:spMk id="3" creationId="{D9CC9EBE-E9FF-4FD9-83C2-9A799FB15ABE}"/>
          </ac:spMkLst>
        </pc:spChg>
      </pc:sldChg>
      <pc:sldChg chg="addSp delSp modSp new mod modClrScheme chgLayout">
        <pc:chgData name="Thomas Bourgeat" userId="6fd801170b580c69" providerId="LiveId" clId="{E41B2F5C-D462-4AC4-A6A0-CFEC5BA0A455}" dt="2023-04-18T05:03:46.585" v="15002" actId="20577"/>
        <pc:sldMkLst>
          <pc:docMk/>
          <pc:sldMk cId="3213671173" sldId="1579"/>
        </pc:sldMkLst>
        <pc:spChg chg="del mod ord">
          <ac:chgData name="Thomas Bourgeat" userId="6fd801170b580c69" providerId="LiveId" clId="{E41B2F5C-D462-4AC4-A6A0-CFEC5BA0A455}" dt="2023-04-18T03:36:26.904" v="11150" actId="700"/>
          <ac:spMkLst>
            <pc:docMk/>
            <pc:sldMk cId="3213671173" sldId="1579"/>
            <ac:spMk id="2" creationId="{061E53DD-0EAB-4906-9421-ECD17F2F8586}"/>
          </ac:spMkLst>
        </pc:spChg>
        <pc:spChg chg="del mod ord">
          <ac:chgData name="Thomas Bourgeat" userId="6fd801170b580c69" providerId="LiveId" clId="{E41B2F5C-D462-4AC4-A6A0-CFEC5BA0A455}" dt="2023-04-18T03:36:26.904" v="11150" actId="700"/>
          <ac:spMkLst>
            <pc:docMk/>
            <pc:sldMk cId="3213671173" sldId="1579"/>
            <ac:spMk id="3" creationId="{0BAB8168-703F-4D08-846F-13DC7B8BB9B2}"/>
          </ac:spMkLst>
        </pc:spChg>
        <pc:spChg chg="mod ord">
          <ac:chgData name="Thomas Bourgeat" userId="6fd801170b580c69" providerId="LiveId" clId="{E41B2F5C-D462-4AC4-A6A0-CFEC5BA0A455}" dt="2023-04-18T03:36:26.904" v="11150" actId="700"/>
          <ac:spMkLst>
            <pc:docMk/>
            <pc:sldMk cId="3213671173" sldId="1579"/>
            <ac:spMk id="4" creationId="{D6075CB2-47F9-4ED1-9236-AC66D283C818}"/>
          </ac:spMkLst>
        </pc:spChg>
        <pc:spChg chg="mod ord">
          <ac:chgData name="Thomas Bourgeat" userId="6fd801170b580c69" providerId="LiveId" clId="{E41B2F5C-D462-4AC4-A6A0-CFEC5BA0A455}" dt="2023-04-18T03:36:26.904" v="11150" actId="700"/>
          <ac:spMkLst>
            <pc:docMk/>
            <pc:sldMk cId="3213671173" sldId="1579"/>
            <ac:spMk id="5" creationId="{51B7B630-9B58-4468-8EA4-6CBD1FE1D470}"/>
          </ac:spMkLst>
        </pc:spChg>
        <pc:spChg chg="add mod ord">
          <ac:chgData name="Thomas Bourgeat" userId="6fd801170b580c69" providerId="LiveId" clId="{E41B2F5C-D462-4AC4-A6A0-CFEC5BA0A455}" dt="2023-04-18T05:03:46.585" v="15002" actId="20577"/>
          <ac:spMkLst>
            <pc:docMk/>
            <pc:sldMk cId="3213671173" sldId="1579"/>
            <ac:spMk id="6" creationId="{75F16ED0-072B-44B4-83DF-B7041299C247}"/>
          </ac:spMkLst>
        </pc:spChg>
        <pc:spChg chg="add mod ord">
          <ac:chgData name="Thomas Bourgeat" userId="6fd801170b580c69" providerId="LiveId" clId="{E41B2F5C-D462-4AC4-A6A0-CFEC5BA0A455}" dt="2023-04-18T03:36:26.904" v="11150" actId="700"/>
          <ac:spMkLst>
            <pc:docMk/>
            <pc:sldMk cId="3213671173" sldId="1579"/>
            <ac:spMk id="7" creationId="{06CB1D7B-B44B-41CD-8F21-E87E0EBCCAA9}"/>
          </ac:spMkLst>
        </pc:spChg>
      </pc:sldChg>
      <pc:sldChg chg="addSp delSp modSp new mod addCm delCm">
        <pc:chgData name="Thomas Bourgeat" userId="6fd801170b580c69" providerId="LiveId" clId="{E41B2F5C-D462-4AC4-A6A0-CFEC5BA0A455}" dt="2023-04-18T04:41:15.648" v="14029" actId="1076"/>
        <pc:sldMkLst>
          <pc:docMk/>
          <pc:sldMk cId="1055185947" sldId="1580"/>
        </pc:sldMkLst>
        <pc:spChg chg="mod">
          <ac:chgData name="Thomas Bourgeat" userId="6fd801170b580c69" providerId="LiveId" clId="{E41B2F5C-D462-4AC4-A6A0-CFEC5BA0A455}" dt="2023-04-18T04:09:12.888" v="12521" actId="20577"/>
          <ac:spMkLst>
            <pc:docMk/>
            <pc:sldMk cId="1055185947" sldId="1580"/>
            <ac:spMk id="2" creationId="{B3805F51-D3AF-4162-B7D0-39AFF8D02AF4}"/>
          </ac:spMkLst>
        </pc:spChg>
        <pc:spChg chg="add del mod">
          <ac:chgData name="Thomas Bourgeat" userId="6fd801170b580c69" providerId="LiveId" clId="{E41B2F5C-D462-4AC4-A6A0-CFEC5BA0A455}" dt="2023-04-18T04:29:14.820" v="13481" actId="21"/>
          <ac:spMkLst>
            <pc:docMk/>
            <pc:sldMk cId="1055185947" sldId="1580"/>
            <ac:spMk id="3" creationId="{1933A1A0-B9AD-455C-89B1-9F4941548B66}"/>
          </ac:spMkLst>
        </pc:spChg>
        <pc:spChg chg="add del mod">
          <ac:chgData name="Thomas Bourgeat" userId="6fd801170b580c69" providerId="LiveId" clId="{E41B2F5C-D462-4AC4-A6A0-CFEC5BA0A455}" dt="2023-04-18T03:47:48.049" v="11385"/>
          <ac:spMkLst>
            <pc:docMk/>
            <pc:sldMk cId="1055185947" sldId="1580"/>
            <ac:spMk id="6" creationId="{2C8485E0-4B07-4EFD-8A09-FE1E619BFFF3}"/>
          </ac:spMkLst>
        </pc:spChg>
        <pc:spChg chg="add del">
          <ac:chgData name="Thomas Bourgeat" userId="6fd801170b580c69" providerId="LiveId" clId="{E41B2F5C-D462-4AC4-A6A0-CFEC5BA0A455}" dt="2023-04-18T04:02:13.986" v="12147" actId="478"/>
          <ac:spMkLst>
            <pc:docMk/>
            <pc:sldMk cId="1055185947" sldId="1580"/>
            <ac:spMk id="7" creationId="{471C51AC-D0AF-4FD4-8C83-BEE30E65271E}"/>
          </ac:spMkLst>
        </pc:spChg>
        <pc:spChg chg="add del mod">
          <ac:chgData name="Thomas Bourgeat" userId="6fd801170b580c69" providerId="LiveId" clId="{E41B2F5C-D462-4AC4-A6A0-CFEC5BA0A455}" dt="2023-04-18T04:02:15.804" v="12148" actId="478"/>
          <ac:spMkLst>
            <pc:docMk/>
            <pc:sldMk cId="1055185947" sldId="1580"/>
            <ac:spMk id="8" creationId="{2AAEFE1F-E5D6-473D-B9D8-2628911DB959}"/>
          </ac:spMkLst>
        </pc:spChg>
        <pc:spChg chg="add del mod">
          <ac:chgData name="Thomas Bourgeat" userId="6fd801170b580c69" providerId="LiveId" clId="{E41B2F5C-D462-4AC4-A6A0-CFEC5BA0A455}" dt="2023-04-18T04:02:07.474" v="12143"/>
          <ac:spMkLst>
            <pc:docMk/>
            <pc:sldMk cId="1055185947" sldId="1580"/>
            <ac:spMk id="9" creationId="{50292B1A-8984-4A38-B864-F58FD6CA8AE3}"/>
          </ac:spMkLst>
        </pc:spChg>
        <pc:spChg chg="add del mod">
          <ac:chgData name="Thomas Bourgeat" userId="6fd801170b580c69" providerId="LiveId" clId="{E41B2F5C-D462-4AC4-A6A0-CFEC5BA0A455}" dt="2023-04-18T04:18:30.744" v="12690" actId="478"/>
          <ac:spMkLst>
            <pc:docMk/>
            <pc:sldMk cId="1055185947" sldId="1580"/>
            <ac:spMk id="10" creationId="{17FAFB23-57EE-4791-8FB9-55DC3FE32148}"/>
          </ac:spMkLst>
        </pc:spChg>
        <pc:spChg chg="add mod">
          <ac:chgData name="Thomas Bourgeat" userId="6fd801170b580c69" providerId="LiveId" clId="{E41B2F5C-D462-4AC4-A6A0-CFEC5BA0A455}" dt="2023-04-18T04:41:15.648" v="14029" actId="1076"/>
          <ac:spMkLst>
            <pc:docMk/>
            <pc:sldMk cId="1055185947" sldId="1580"/>
            <ac:spMk id="11" creationId="{22D53FB3-A6A7-468A-ABD2-2D71F6D1FCD7}"/>
          </ac:spMkLst>
        </pc:spChg>
      </pc:sldChg>
      <pc:sldChg chg="addSp delSp modSp add mod ord modAnim">
        <pc:chgData name="Thomas Bourgeat" userId="6fd801170b580c69" providerId="LiveId" clId="{E41B2F5C-D462-4AC4-A6A0-CFEC5BA0A455}" dt="2023-04-18T04:31:01.352" v="13519" actId="478"/>
        <pc:sldMkLst>
          <pc:docMk/>
          <pc:sldMk cId="227602188" sldId="1581"/>
        </pc:sldMkLst>
        <pc:spChg chg="add del">
          <ac:chgData name="Thomas Bourgeat" userId="6fd801170b580c69" providerId="LiveId" clId="{E41B2F5C-D462-4AC4-A6A0-CFEC5BA0A455}" dt="2023-04-18T03:51:36.137" v="11666" actId="11529"/>
          <ac:spMkLst>
            <pc:docMk/>
            <pc:sldMk cId="227602188" sldId="1581"/>
            <ac:spMk id="3" creationId="{BC67C121-5D59-47CD-B789-674B33318BA9}"/>
          </ac:spMkLst>
        </pc:spChg>
        <pc:spChg chg="add mod">
          <ac:chgData name="Thomas Bourgeat" userId="6fd801170b580c69" providerId="LiveId" clId="{E41B2F5C-D462-4AC4-A6A0-CFEC5BA0A455}" dt="2023-04-18T03:51:50.821" v="11669" actId="208"/>
          <ac:spMkLst>
            <pc:docMk/>
            <pc:sldMk cId="227602188" sldId="1581"/>
            <ac:spMk id="4" creationId="{1BB8398A-F319-4299-ADE8-B34935926B7E}"/>
          </ac:spMkLst>
        </pc:spChg>
        <pc:spChg chg="add mod">
          <ac:chgData name="Thomas Bourgeat" userId="6fd801170b580c69" providerId="LiveId" clId="{E41B2F5C-D462-4AC4-A6A0-CFEC5BA0A455}" dt="2023-04-18T03:52:00.464" v="11671" actId="208"/>
          <ac:spMkLst>
            <pc:docMk/>
            <pc:sldMk cId="227602188" sldId="1581"/>
            <ac:spMk id="5" creationId="{2390985E-21B6-40B3-961C-CE3217C7689D}"/>
          </ac:spMkLst>
        </pc:spChg>
        <pc:spChg chg="add mod">
          <ac:chgData name="Thomas Bourgeat" userId="6fd801170b580c69" providerId="LiveId" clId="{E41B2F5C-D462-4AC4-A6A0-CFEC5BA0A455}" dt="2023-04-18T03:52:25.089" v="11695" actId="1076"/>
          <ac:spMkLst>
            <pc:docMk/>
            <pc:sldMk cId="227602188" sldId="1581"/>
            <ac:spMk id="6" creationId="{4123D1CC-F1DC-46DC-B52C-9EE0CB3622D5}"/>
          </ac:spMkLst>
        </pc:spChg>
        <pc:spChg chg="add del mod">
          <ac:chgData name="Thomas Bourgeat" userId="6fd801170b580c69" providerId="LiveId" clId="{E41B2F5C-D462-4AC4-A6A0-CFEC5BA0A455}" dt="2023-04-18T04:31:01.352" v="13519" actId="478"/>
          <ac:spMkLst>
            <pc:docMk/>
            <pc:sldMk cId="227602188" sldId="1581"/>
            <ac:spMk id="7" creationId="{F1F37F67-55A9-4988-90F2-5F05F0564599}"/>
          </ac:spMkLst>
        </pc:spChg>
        <pc:spChg chg="add mod">
          <ac:chgData name="Thomas Bourgeat" userId="6fd801170b580c69" providerId="LiveId" clId="{E41B2F5C-D462-4AC4-A6A0-CFEC5BA0A455}" dt="2023-04-18T03:53:21.290" v="11756" actId="1076"/>
          <ac:spMkLst>
            <pc:docMk/>
            <pc:sldMk cId="227602188" sldId="1581"/>
            <ac:spMk id="13" creationId="{38208306-93D1-4960-A952-78D91E0C92E3}"/>
          </ac:spMkLst>
        </pc:spChg>
        <pc:picChg chg="mod">
          <ac:chgData name="Thomas Bourgeat" userId="6fd801170b580c69" providerId="LiveId" clId="{E41B2F5C-D462-4AC4-A6A0-CFEC5BA0A455}" dt="2023-04-18T03:53:16.074" v="11755" actId="1076"/>
          <ac:picMkLst>
            <pc:docMk/>
            <pc:sldMk cId="227602188" sldId="1581"/>
            <ac:picMk id="9" creationId="{9297F1DF-FC45-4017-82E1-570E64091011}"/>
          </ac:picMkLst>
        </pc:picChg>
      </pc:sldChg>
      <pc:sldChg chg="modSp new mod modAnim">
        <pc:chgData name="Thomas Bourgeat" userId="6fd801170b580c69" providerId="LiveId" clId="{E41B2F5C-D462-4AC4-A6A0-CFEC5BA0A455}" dt="2023-04-18T05:16:51.182" v="15717"/>
        <pc:sldMkLst>
          <pc:docMk/>
          <pc:sldMk cId="4037908432" sldId="1582"/>
        </pc:sldMkLst>
        <pc:spChg chg="mod">
          <ac:chgData name="Thomas Bourgeat" userId="6fd801170b580c69" providerId="LiveId" clId="{E41B2F5C-D462-4AC4-A6A0-CFEC5BA0A455}" dt="2023-04-18T04:04:10.404" v="12313" actId="20577"/>
          <ac:spMkLst>
            <pc:docMk/>
            <pc:sldMk cId="4037908432" sldId="1582"/>
            <ac:spMk id="2" creationId="{2913520C-9DF5-4678-88D3-2E7952A92A98}"/>
          </ac:spMkLst>
        </pc:spChg>
        <pc:spChg chg="mod">
          <ac:chgData name="Thomas Bourgeat" userId="6fd801170b580c69" providerId="LiveId" clId="{E41B2F5C-D462-4AC4-A6A0-CFEC5BA0A455}" dt="2023-04-18T05:16:43.306" v="15715" actId="20577"/>
          <ac:spMkLst>
            <pc:docMk/>
            <pc:sldMk cId="4037908432" sldId="1582"/>
            <ac:spMk id="3" creationId="{319E443C-E99A-4537-809A-23DC0402EA77}"/>
          </ac:spMkLst>
        </pc:spChg>
      </pc:sldChg>
      <pc:sldChg chg="modSp new mod modAnim">
        <pc:chgData name="Thomas Bourgeat" userId="6fd801170b580c69" providerId="LiveId" clId="{E41B2F5C-D462-4AC4-A6A0-CFEC5BA0A455}" dt="2023-04-18T11:50:17.759" v="18362" actId="21"/>
        <pc:sldMkLst>
          <pc:docMk/>
          <pc:sldMk cId="311137741" sldId="1583"/>
        </pc:sldMkLst>
        <pc:spChg chg="mod">
          <ac:chgData name="Thomas Bourgeat" userId="6fd801170b580c69" providerId="LiveId" clId="{E41B2F5C-D462-4AC4-A6A0-CFEC5BA0A455}" dt="2023-04-18T04:35:06.638" v="13722" actId="20577"/>
          <ac:spMkLst>
            <pc:docMk/>
            <pc:sldMk cId="311137741" sldId="1583"/>
            <ac:spMk id="2" creationId="{2F8C1DEE-E052-4591-82FD-B71FAD50191D}"/>
          </ac:spMkLst>
        </pc:spChg>
        <pc:spChg chg="mod">
          <ac:chgData name="Thomas Bourgeat" userId="6fd801170b580c69" providerId="LiveId" clId="{E41B2F5C-D462-4AC4-A6A0-CFEC5BA0A455}" dt="2023-04-18T11:50:17.759" v="18362" actId="21"/>
          <ac:spMkLst>
            <pc:docMk/>
            <pc:sldMk cId="311137741" sldId="1583"/>
            <ac:spMk id="3" creationId="{69BCCAF6-A822-40DD-B7B8-9281D8349DF4}"/>
          </ac:spMkLst>
        </pc:spChg>
      </pc:sldChg>
      <pc:sldChg chg="addSp delSp modSp new mod">
        <pc:chgData name="Thomas Bourgeat" userId="6fd801170b580c69" providerId="LiveId" clId="{E41B2F5C-D462-4AC4-A6A0-CFEC5BA0A455}" dt="2023-04-18T05:27:01.315" v="16612" actId="313"/>
        <pc:sldMkLst>
          <pc:docMk/>
          <pc:sldMk cId="542238387" sldId="1584"/>
        </pc:sldMkLst>
        <pc:spChg chg="mod">
          <ac:chgData name="Thomas Bourgeat" userId="6fd801170b580c69" providerId="LiveId" clId="{E41B2F5C-D462-4AC4-A6A0-CFEC5BA0A455}" dt="2023-04-18T04:52:35.558" v="14700" actId="20577"/>
          <ac:spMkLst>
            <pc:docMk/>
            <pc:sldMk cId="542238387" sldId="1584"/>
            <ac:spMk id="2" creationId="{2E316C7E-85C6-4638-BC7F-859AC227D157}"/>
          </ac:spMkLst>
        </pc:spChg>
        <pc:spChg chg="add del mod">
          <ac:chgData name="Thomas Bourgeat" userId="6fd801170b580c69" providerId="LiveId" clId="{E41B2F5C-D462-4AC4-A6A0-CFEC5BA0A455}" dt="2023-04-18T05:27:01.315" v="16612" actId="313"/>
          <ac:spMkLst>
            <pc:docMk/>
            <pc:sldMk cId="542238387" sldId="1584"/>
            <ac:spMk id="3" creationId="{863E83F8-24B5-489F-A305-570D7437E4A5}"/>
          </ac:spMkLst>
        </pc:spChg>
        <pc:spChg chg="add del mod">
          <ac:chgData name="Thomas Bourgeat" userId="6fd801170b580c69" providerId="LiveId" clId="{E41B2F5C-D462-4AC4-A6A0-CFEC5BA0A455}" dt="2023-04-18T04:47:44.495" v="14195"/>
          <ac:spMkLst>
            <pc:docMk/>
            <pc:sldMk cId="542238387" sldId="1584"/>
            <ac:spMk id="6" creationId="{448A785D-0F55-4535-89F0-4BEEB1E49B9C}"/>
          </ac:spMkLst>
        </pc:spChg>
      </pc:sldChg>
      <pc:sldChg chg="addSp delSp modSp new mod">
        <pc:chgData name="Thomas Bourgeat" userId="6fd801170b580c69" providerId="LiveId" clId="{E41B2F5C-D462-4AC4-A6A0-CFEC5BA0A455}" dt="2023-04-18T05:28:22.416" v="16684" actId="20577"/>
        <pc:sldMkLst>
          <pc:docMk/>
          <pc:sldMk cId="394408198" sldId="1585"/>
        </pc:sldMkLst>
        <pc:spChg chg="mod">
          <ac:chgData name="Thomas Bourgeat" userId="6fd801170b580c69" providerId="LiveId" clId="{E41B2F5C-D462-4AC4-A6A0-CFEC5BA0A455}" dt="2023-04-18T05:28:22.416" v="16684" actId="20577"/>
          <ac:spMkLst>
            <pc:docMk/>
            <pc:sldMk cId="394408198" sldId="1585"/>
            <ac:spMk id="2" creationId="{0D048E76-5EA9-4C39-8D18-8B91F5885CA3}"/>
          </ac:spMkLst>
        </pc:spChg>
        <pc:spChg chg="add del mod">
          <ac:chgData name="Thomas Bourgeat" userId="6fd801170b580c69" providerId="LiveId" clId="{E41B2F5C-D462-4AC4-A6A0-CFEC5BA0A455}" dt="2023-04-18T05:28:13.276" v="16675" actId="20577"/>
          <ac:spMkLst>
            <pc:docMk/>
            <pc:sldMk cId="394408198" sldId="1585"/>
            <ac:spMk id="3" creationId="{BAC0114C-EAFF-41BA-B684-872EF1F05915}"/>
          </ac:spMkLst>
        </pc:spChg>
        <pc:spChg chg="add del">
          <ac:chgData name="Thomas Bourgeat" userId="6fd801170b580c69" providerId="LiveId" clId="{E41B2F5C-D462-4AC4-A6A0-CFEC5BA0A455}" dt="2023-04-18T04:52:59.428" v="14727"/>
          <ac:spMkLst>
            <pc:docMk/>
            <pc:sldMk cId="394408198" sldId="1585"/>
            <ac:spMk id="12" creationId="{F492DE7E-5494-44C4-94AE-E35D7E8315F6}"/>
          </ac:spMkLst>
        </pc:spChg>
        <pc:graphicFrameChg chg="add del mod">
          <ac:chgData name="Thomas Bourgeat" userId="6fd801170b580c69" providerId="LiveId" clId="{E41B2F5C-D462-4AC4-A6A0-CFEC5BA0A455}" dt="2023-04-18T04:52:59.428" v="14727"/>
          <ac:graphicFrameMkLst>
            <pc:docMk/>
            <pc:sldMk cId="394408198" sldId="1585"/>
            <ac:graphicFrameMk id="6" creationId="{8A3D00CF-D10B-4278-B358-DF003FA34F8F}"/>
          </ac:graphicFrameMkLst>
        </pc:graphicFrameChg>
        <pc:graphicFrameChg chg="add del mod">
          <ac:chgData name="Thomas Bourgeat" userId="6fd801170b580c69" providerId="LiveId" clId="{E41B2F5C-D462-4AC4-A6A0-CFEC5BA0A455}" dt="2023-04-18T04:52:59.428" v="14727"/>
          <ac:graphicFrameMkLst>
            <pc:docMk/>
            <pc:sldMk cId="394408198" sldId="1585"/>
            <ac:graphicFrameMk id="7" creationId="{E86C216A-2316-40FD-BF01-E36EFB4DDF5B}"/>
          </ac:graphicFrameMkLst>
        </pc:graphicFrameChg>
        <pc:graphicFrameChg chg="add del mod">
          <ac:chgData name="Thomas Bourgeat" userId="6fd801170b580c69" providerId="LiveId" clId="{E41B2F5C-D462-4AC4-A6A0-CFEC5BA0A455}" dt="2023-04-18T04:52:59.428" v="14727"/>
          <ac:graphicFrameMkLst>
            <pc:docMk/>
            <pc:sldMk cId="394408198" sldId="1585"/>
            <ac:graphicFrameMk id="8" creationId="{1F00366D-816D-4367-98C1-06272E47E8D0}"/>
          </ac:graphicFrameMkLst>
        </pc:graphicFrameChg>
        <pc:graphicFrameChg chg="add del mod">
          <ac:chgData name="Thomas Bourgeat" userId="6fd801170b580c69" providerId="LiveId" clId="{E41B2F5C-D462-4AC4-A6A0-CFEC5BA0A455}" dt="2023-04-18T04:52:59.428" v="14727"/>
          <ac:graphicFrameMkLst>
            <pc:docMk/>
            <pc:sldMk cId="394408198" sldId="1585"/>
            <ac:graphicFrameMk id="9" creationId="{05B2F175-4E61-4C26-90DC-299B9A1E423D}"/>
          </ac:graphicFrameMkLst>
        </pc:graphicFrameChg>
        <pc:graphicFrameChg chg="add del mod">
          <ac:chgData name="Thomas Bourgeat" userId="6fd801170b580c69" providerId="LiveId" clId="{E41B2F5C-D462-4AC4-A6A0-CFEC5BA0A455}" dt="2023-04-18T04:52:59.428" v="14727"/>
          <ac:graphicFrameMkLst>
            <pc:docMk/>
            <pc:sldMk cId="394408198" sldId="1585"/>
            <ac:graphicFrameMk id="10" creationId="{12A018BD-D870-414B-BAFF-0FA5BEB90FA2}"/>
          </ac:graphicFrameMkLst>
        </pc:graphicFrameChg>
        <pc:graphicFrameChg chg="add del mod">
          <ac:chgData name="Thomas Bourgeat" userId="6fd801170b580c69" providerId="LiveId" clId="{E41B2F5C-D462-4AC4-A6A0-CFEC5BA0A455}" dt="2023-04-18T04:52:59.428" v="14727"/>
          <ac:graphicFrameMkLst>
            <pc:docMk/>
            <pc:sldMk cId="394408198" sldId="1585"/>
            <ac:graphicFrameMk id="11" creationId="{3604A1DD-7AA6-44E8-AD03-0BBF345478A2}"/>
          </ac:graphicFrameMkLst>
        </pc:graphicFrameChg>
      </pc:sldChg>
      <pc:sldChg chg="add del ord">
        <pc:chgData name="Thomas Bourgeat" userId="6fd801170b580c69" providerId="LiveId" clId="{E41B2F5C-D462-4AC4-A6A0-CFEC5BA0A455}" dt="2023-04-18T04:57:04.254" v="14854" actId="47"/>
        <pc:sldMkLst>
          <pc:docMk/>
          <pc:sldMk cId="2028747323" sldId="1586"/>
        </pc:sldMkLst>
      </pc:sldChg>
      <pc:sldChg chg="new del">
        <pc:chgData name="Thomas Bourgeat" userId="6fd801170b580c69" providerId="LiveId" clId="{E41B2F5C-D462-4AC4-A6A0-CFEC5BA0A455}" dt="2023-04-18T04:59:02.375" v="14922" actId="47"/>
        <pc:sldMkLst>
          <pc:docMk/>
          <pc:sldMk cId="2354839344" sldId="1586"/>
        </pc:sldMkLst>
      </pc:sldChg>
      <pc:sldChg chg="modSp new mod modAnim">
        <pc:chgData name="Thomas Bourgeat" userId="6fd801170b580c69" providerId="LiveId" clId="{E41B2F5C-D462-4AC4-A6A0-CFEC5BA0A455}" dt="2023-04-18T11:42:02.863" v="17840" actId="5793"/>
        <pc:sldMkLst>
          <pc:docMk/>
          <pc:sldMk cId="4193760992" sldId="1586"/>
        </pc:sldMkLst>
        <pc:spChg chg="mod">
          <ac:chgData name="Thomas Bourgeat" userId="6fd801170b580c69" providerId="LiveId" clId="{E41B2F5C-D462-4AC4-A6A0-CFEC5BA0A455}" dt="2023-04-18T11:42:02.863" v="17840" actId="5793"/>
          <ac:spMkLst>
            <pc:docMk/>
            <pc:sldMk cId="4193760992" sldId="1586"/>
            <ac:spMk id="2" creationId="{AB95BA01-3F57-477E-BFB6-318243A30F8F}"/>
          </ac:spMkLst>
        </pc:spChg>
        <pc:spChg chg="mod">
          <ac:chgData name="Thomas Bourgeat" userId="6fd801170b580c69" providerId="LiveId" clId="{E41B2F5C-D462-4AC4-A6A0-CFEC5BA0A455}" dt="2023-04-18T11:39:06.645" v="17788" actId="207"/>
          <ac:spMkLst>
            <pc:docMk/>
            <pc:sldMk cId="4193760992" sldId="1586"/>
            <ac:spMk id="3" creationId="{6106D404-1A3D-4819-9A2F-F71EB4EF859F}"/>
          </ac:spMkLst>
        </pc:spChg>
      </pc:sldChg>
      <pc:sldChg chg="modSp add mod">
        <pc:chgData name="Thomas Bourgeat" userId="6fd801170b580c69" providerId="LiveId" clId="{E41B2F5C-D462-4AC4-A6A0-CFEC5BA0A455}" dt="2023-04-18T11:43:29.627" v="17953" actId="20577"/>
        <pc:sldMkLst>
          <pc:docMk/>
          <pc:sldMk cId="875831420" sldId="1587"/>
        </pc:sldMkLst>
        <pc:spChg chg="mod">
          <ac:chgData name="Thomas Bourgeat" userId="6fd801170b580c69" providerId="LiveId" clId="{E41B2F5C-D462-4AC4-A6A0-CFEC5BA0A455}" dt="2023-04-18T11:43:29.627" v="17953" actId="20577"/>
          <ac:spMkLst>
            <pc:docMk/>
            <pc:sldMk cId="875831420" sldId="1587"/>
            <ac:spMk id="3" creationId="{6106D404-1A3D-4819-9A2F-F71EB4EF859F}"/>
          </ac:spMkLst>
        </pc:spChg>
      </pc:sldChg>
      <pc:sldChg chg="addSp delSp modSp new mod">
        <pc:chgData name="Thomas Bourgeat" userId="6fd801170b580c69" providerId="LiveId" clId="{E41B2F5C-D462-4AC4-A6A0-CFEC5BA0A455}" dt="2023-04-18T11:35:42.416" v="17711" actId="1076"/>
        <pc:sldMkLst>
          <pc:docMk/>
          <pc:sldMk cId="1931800475" sldId="1588"/>
        </pc:sldMkLst>
        <pc:spChg chg="mod">
          <ac:chgData name="Thomas Bourgeat" userId="6fd801170b580c69" providerId="LiveId" clId="{E41B2F5C-D462-4AC4-A6A0-CFEC5BA0A455}" dt="2023-04-18T11:22:07.738" v="17707" actId="20577"/>
          <ac:spMkLst>
            <pc:docMk/>
            <pc:sldMk cId="1931800475" sldId="1588"/>
            <ac:spMk id="2" creationId="{A496E73A-E284-4AE7-9316-8C54354090D0}"/>
          </ac:spMkLst>
        </pc:spChg>
        <pc:spChg chg="del">
          <ac:chgData name="Thomas Bourgeat" userId="6fd801170b580c69" providerId="LiveId" clId="{E41B2F5C-D462-4AC4-A6A0-CFEC5BA0A455}" dt="2023-04-18T11:35:33.609" v="17708" actId="931"/>
          <ac:spMkLst>
            <pc:docMk/>
            <pc:sldMk cId="1931800475" sldId="1588"/>
            <ac:spMk id="3" creationId="{69634DE7-BB1B-4248-BA93-5D37E0DCA1A6}"/>
          </ac:spMkLst>
        </pc:spChg>
        <pc:picChg chg="add mod modCrop">
          <ac:chgData name="Thomas Bourgeat" userId="6fd801170b580c69" providerId="LiveId" clId="{E41B2F5C-D462-4AC4-A6A0-CFEC5BA0A455}" dt="2023-04-18T11:35:42.416" v="17711" actId="1076"/>
          <ac:picMkLst>
            <pc:docMk/>
            <pc:sldMk cId="1931800475" sldId="1588"/>
            <ac:picMk id="7" creationId="{4F322F75-3538-45AF-8F81-6377888FA0F4}"/>
          </ac:picMkLst>
        </pc:picChg>
      </pc:sldChg>
      <pc:sldChg chg="modSp new del mod">
        <pc:chgData name="Thomas Bourgeat" userId="6fd801170b580c69" providerId="LiveId" clId="{E41B2F5C-D462-4AC4-A6A0-CFEC5BA0A455}" dt="2023-04-18T05:15:45.145" v="15616" actId="2696"/>
        <pc:sldMkLst>
          <pc:docMk/>
          <pc:sldMk cId="1634305299" sldId="1589"/>
        </pc:sldMkLst>
        <pc:spChg chg="mod">
          <ac:chgData name="Thomas Bourgeat" userId="6fd801170b580c69" providerId="LiveId" clId="{E41B2F5C-D462-4AC4-A6A0-CFEC5BA0A455}" dt="2023-04-18T05:15:42.834" v="15615" actId="20577"/>
          <ac:spMkLst>
            <pc:docMk/>
            <pc:sldMk cId="1634305299" sldId="1589"/>
            <ac:spMk id="2" creationId="{B4E8F540-29BA-487C-861F-57D28F24C4A1}"/>
          </ac:spMkLst>
        </pc:spChg>
      </pc:sldChg>
      <pc:sldChg chg="modSp add mod modAnim">
        <pc:chgData name="Thomas Bourgeat" userId="6fd801170b580c69" providerId="LiveId" clId="{E41B2F5C-D462-4AC4-A6A0-CFEC5BA0A455}" dt="2023-04-18T12:20:06.159" v="20059"/>
        <pc:sldMkLst>
          <pc:docMk/>
          <pc:sldMk cId="2364851532" sldId="1589"/>
        </pc:sldMkLst>
        <pc:spChg chg="mod">
          <ac:chgData name="Thomas Bourgeat" userId="6fd801170b580c69" providerId="LiveId" clId="{E41B2F5C-D462-4AC4-A6A0-CFEC5BA0A455}" dt="2023-04-18T12:16:54.437" v="19582" actId="20577"/>
          <ac:spMkLst>
            <pc:docMk/>
            <pc:sldMk cId="2364851532" sldId="1589"/>
            <ac:spMk id="2" creationId="{26F273F8-86B3-418E-B6E0-37DA07B3C9FF}"/>
          </ac:spMkLst>
        </pc:spChg>
        <pc:spChg chg="mod">
          <ac:chgData name="Thomas Bourgeat" userId="6fd801170b580c69" providerId="LiveId" clId="{E41B2F5C-D462-4AC4-A6A0-CFEC5BA0A455}" dt="2023-04-18T12:19:57.868" v="20058" actId="20577"/>
          <ac:spMkLst>
            <pc:docMk/>
            <pc:sldMk cId="2364851532" sldId="1589"/>
            <ac:spMk id="3" creationId="{1815AF7F-2761-403A-9B63-740E028BFE37}"/>
          </ac:spMkLst>
        </pc:spChg>
      </pc:sldChg>
      <pc:sldChg chg="modSp new del mod">
        <pc:chgData name="Thomas Bourgeat" userId="6fd801170b580c69" providerId="LiveId" clId="{E41B2F5C-D462-4AC4-A6A0-CFEC5BA0A455}" dt="2023-04-18T05:26:48.871" v="16608" actId="47"/>
        <pc:sldMkLst>
          <pc:docMk/>
          <pc:sldMk cId="960150547" sldId="1590"/>
        </pc:sldMkLst>
        <pc:spChg chg="mod">
          <ac:chgData name="Thomas Bourgeat" userId="6fd801170b580c69" providerId="LiveId" clId="{E41B2F5C-D462-4AC4-A6A0-CFEC5BA0A455}" dt="2023-04-18T05:26:29.950" v="16535" actId="20577"/>
          <ac:spMkLst>
            <pc:docMk/>
            <pc:sldMk cId="960150547" sldId="1590"/>
            <ac:spMk id="2" creationId="{3F2B9F55-E837-4F0D-9905-34115DC4C50C}"/>
          </ac:spMkLst>
        </pc:spChg>
      </pc:sldChg>
      <pc:sldChg chg="modSp new mod modAnim">
        <pc:chgData name="Thomas Bourgeat" userId="6fd801170b580c69" providerId="LiveId" clId="{E41B2F5C-D462-4AC4-A6A0-CFEC5BA0A455}" dt="2023-04-18T12:16:24.196" v="19554" actId="14"/>
        <pc:sldMkLst>
          <pc:docMk/>
          <pc:sldMk cId="4086927544" sldId="1590"/>
        </pc:sldMkLst>
        <pc:spChg chg="mod">
          <ac:chgData name="Thomas Bourgeat" userId="6fd801170b580c69" providerId="LiveId" clId="{E41B2F5C-D462-4AC4-A6A0-CFEC5BA0A455}" dt="2023-04-18T12:16:04.544" v="19525" actId="20577"/>
          <ac:spMkLst>
            <pc:docMk/>
            <pc:sldMk cId="4086927544" sldId="1590"/>
            <ac:spMk id="2" creationId="{DAD45B7D-0174-4B3F-8052-4E17D7FEC048}"/>
          </ac:spMkLst>
        </pc:spChg>
        <pc:spChg chg="mod">
          <ac:chgData name="Thomas Bourgeat" userId="6fd801170b580c69" providerId="LiveId" clId="{E41B2F5C-D462-4AC4-A6A0-CFEC5BA0A455}" dt="2023-04-18T12:16:24.196" v="19554" actId="14"/>
          <ac:spMkLst>
            <pc:docMk/>
            <pc:sldMk cId="4086927544" sldId="1590"/>
            <ac:spMk id="3" creationId="{4C8CBF20-AA33-4527-A45C-3A504110404D}"/>
          </ac:spMkLst>
        </pc:spChg>
      </pc:sldChg>
      <pc:sldChg chg="modSp add mod">
        <pc:chgData name="Thomas Bourgeat" userId="6fd801170b580c69" providerId="LiveId" clId="{E41B2F5C-D462-4AC4-A6A0-CFEC5BA0A455}" dt="2023-04-18T11:46:05.717" v="18220" actId="1076"/>
        <pc:sldMkLst>
          <pc:docMk/>
          <pc:sldMk cId="1741692717" sldId="1591"/>
        </pc:sldMkLst>
        <pc:spChg chg="mod">
          <ac:chgData name="Thomas Bourgeat" userId="6fd801170b580c69" providerId="LiveId" clId="{E41B2F5C-D462-4AC4-A6A0-CFEC5BA0A455}" dt="2023-04-18T11:46:05.717" v="18220" actId="1076"/>
          <ac:spMkLst>
            <pc:docMk/>
            <pc:sldMk cId="1741692717" sldId="1591"/>
            <ac:spMk id="3" creationId="{6106D404-1A3D-4819-9A2F-F71EB4EF859F}"/>
          </ac:spMkLst>
        </pc:spChg>
      </pc:sldChg>
      <pc:sldChg chg="addSp modSp new mod modAnim">
        <pc:chgData name="Thomas Bourgeat" userId="6fd801170b580c69" providerId="LiveId" clId="{E41B2F5C-D462-4AC4-A6A0-CFEC5BA0A455}" dt="2023-04-18T11:49:28.223" v="18344"/>
        <pc:sldMkLst>
          <pc:docMk/>
          <pc:sldMk cId="280469611" sldId="1592"/>
        </pc:sldMkLst>
        <pc:spChg chg="mod">
          <ac:chgData name="Thomas Bourgeat" userId="6fd801170b580c69" providerId="LiveId" clId="{E41B2F5C-D462-4AC4-A6A0-CFEC5BA0A455}" dt="2023-04-18T11:47:54.756" v="18227" actId="20577"/>
          <ac:spMkLst>
            <pc:docMk/>
            <pc:sldMk cId="280469611" sldId="1592"/>
            <ac:spMk id="2" creationId="{28421505-0939-4F4A-A3A5-3200874B9BC5}"/>
          </ac:spMkLst>
        </pc:spChg>
        <pc:spChg chg="mod">
          <ac:chgData name="Thomas Bourgeat" userId="6fd801170b580c69" providerId="LiveId" clId="{E41B2F5C-D462-4AC4-A6A0-CFEC5BA0A455}" dt="2023-04-18T11:48:48.860" v="18336" actId="20577"/>
          <ac:spMkLst>
            <pc:docMk/>
            <pc:sldMk cId="280469611" sldId="1592"/>
            <ac:spMk id="3" creationId="{40AAD2DD-7C18-499C-B5A5-9B0E8AE754D1}"/>
          </ac:spMkLst>
        </pc:spChg>
        <pc:spChg chg="add mod">
          <ac:chgData name="Thomas Bourgeat" userId="6fd801170b580c69" providerId="LiveId" clId="{E41B2F5C-D462-4AC4-A6A0-CFEC5BA0A455}" dt="2023-04-18T11:49:26.459" v="18343" actId="164"/>
          <ac:spMkLst>
            <pc:docMk/>
            <pc:sldMk cId="280469611" sldId="1592"/>
            <ac:spMk id="7" creationId="{A252DBF2-769B-478E-96F1-451246865A50}"/>
          </ac:spMkLst>
        </pc:spChg>
        <pc:spChg chg="add mod">
          <ac:chgData name="Thomas Bourgeat" userId="6fd801170b580c69" providerId="LiveId" clId="{E41B2F5C-D462-4AC4-A6A0-CFEC5BA0A455}" dt="2023-04-18T11:49:26.459" v="18343" actId="164"/>
          <ac:spMkLst>
            <pc:docMk/>
            <pc:sldMk cId="280469611" sldId="1592"/>
            <ac:spMk id="8" creationId="{601BB259-FAA5-4A61-8D0E-A2088A52AAEC}"/>
          </ac:spMkLst>
        </pc:spChg>
        <pc:grpChg chg="add mod">
          <ac:chgData name="Thomas Bourgeat" userId="6fd801170b580c69" providerId="LiveId" clId="{E41B2F5C-D462-4AC4-A6A0-CFEC5BA0A455}" dt="2023-04-18T11:49:26.459" v="18343" actId="164"/>
          <ac:grpSpMkLst>
            <pc:docMk/>
            <pc:sldMk cId="280469611" sldId="1592"/>
            <ac:grpSpMk id="9" creationId="{4234C8EB-68CA-4F6B-A634-24CC94D25907}"/>
          </ac:grpSpMkLst>
        </pc:grpChg>
        <pc:picChg chg="add mod">
          <ac:chgData name="Thomas Bourgeat" userId="6fd801170b580c69" providerId="LiveId" clId="{E41B2F5C-D462-4AC4-A6A0-CFEC5BA0A455}" dt="2023-04-18T11:48:30.727" v="18316" actId="1076"/>
          <ac:picMkLst>
            <pc:docMk/>
            <pc:sldMk cId="280469611" sldId="1592"/>
            <ac:picMk id="6" creationId="{9B6D5FAA-B84B-44D7-BDCE-C9CFCA7F07B3}"/>
          </ac:picMkLst>
        </pc:picChg>
      </pc:sldChg>
      <pc:sldChg chg="addSp delSp modSp new mod modAnim">
        <pc:chgData name="Thomas Bourgeat" userId="6fd801170b580c69" providerId="LiveId" clId="{E41B2F5C-D462-4AC4-A6A0-CFEC5BA0A455}" dt="2023-04-18T11:59:01.326" v="19097" actId="20577"/>
        <pc:sldMkLst>
          <pc:docMk/>
          <pc:sldMk cId="1705544255" sldId="1593"/>
        </pc:sldMkLst>
        <pc:spChg chg="mod">
          <ac:chgData name="Thomas Bourgeat" userId="6fd801170b580c69" providerId="LiveId" clId="{E41B2F5C-D462-4AC4-A6A0-CFEC5BA0A455}" dt="2023-04-18T11:51:08.646" v="18394" actId="20577"/>
          <ac:spMkLst>
            <pc:docMk/>
            <pc:sldMk cId="1705544255" sldId="1593"/>
            <ac:spMk id="2" creationId="{99FEF211-0080-401B-9CC7-5F3ABD564C6D}"/>
          </ac:spMkLst>
        </pc:spChg>
        <pc:spChg chg="mod">
          <ac:chgData name="Thomas Bourgeat" userId="6fd801170b580c69" providerId="LiveId" clId="{E41B2F5C-D462-4AC4-A6A0-CFEC5BA0A455}" dt="2023-04-18T11:59:01.326" v="19097" actId="20577"/>
          <ac:spMkLst>
            <pc:docMk/>
            <pc:sldMk cId="1705544255" sldId="1593"/>
            <ac:spMk id="3" creationId="{5D078F86-2B21-48DC-96E4-AA2AF41B72F1}"/>
          </ac:spMkLst>
        </pc:spChg>
        <pc:spChg chg="add del mod">
          <ac:chgData name="Thomas Bourgeat" userId="6fd801170b580c69" providerId="LiveId" clId="{E41B2F5C-D462-4AC4-A6A0-CFEC5BA0A455}" dt="2023-04-18T11:56:49.908" v="18912" actId="478"/>
          <ac:spMkLst>
            <pc:docMk/>
            <pc:sldMk cId="1705544255" sldId="1593"/>
            <ac:spMk id="6" creationId="{1A1BAA61-F774-413D-ABFF-34AD9200546C}"/>
          </ac:spMkLst>
        </pc:spChg>
      </pc:sldChg>
      <pc:sldChg chg="modSp new mod">
        <pc:chgData name="Thomas Bourgeat" userId="6fd801170b580c69" providerId="LiveId" clId="{E41B2F5C-D462-4AC4-A6A0-CFEC5BA0A455}" dt="2023-04-18T12:15:33.566" v="19507" actId="20577"/>
        <pc:sldMkLst>
          <pc:docMk/>
          <pc:sldMk cId="3809377635" sldId="1594"/>
        </pc:sldMkLst>
        <pc:spChg chg="mod">
          <ac:chgData name="Thomas Bourgeat" userId="6fd801170b580c69" providerId="LiveId" clId="{E41B2F5C-D462-4AC4-A6A0-CFEC5BA0A455}" dt="2023-04-18T12:15:33.566" v="19507" actId="20577"/>
          <ac:spMkLst>
            <pc:docMk/>
            <pc:sldMk cId="3809377635" sldId="1594"/>
            <ac:spMk id="2" creationId="{731DEFC2-5E61-4B7C-A012-54B6CEF28678}"/>
          </ac:spMkLst>
        </pc:spChg>
        <pc:spChg chg="mod">
          <ac:chgData name="Thomas Bourgeat" userId="6fd801170b580c69" providerId="LiveId" clId="{E41B2F5C-D462-4AC4-A6A0-CFEC5BA0A455}" dt="2023-04-18T12:14:36.347" v="19436" actId="20577"/>
          <ac:spMkLst>
            <pc:docMk/>
            <pc:sldMk cId="3809377635" sldId="1594"/>
            <ac:spMk id="3" creationId="{A4BA27F2-5932-48FB-A14C-196AFB508029}"/>
          </ac:spMkLst>
        </pc:spChg>
      </pc:sldChg>
      <pc:sldChg chg="modSp new mod ord modAnim">
        <pc:chgData name="Thomas Bourgeat" userId="6fd801170b580c69" providerId="LiveId" clId="{E41B2F5C-D462-4AC4-A6A0-CFEC5BA0A455}" dt="2023-04-18T12:20:50.449" v="20121" actId="20577"/>
        <pc:sldMkLst>
          <pc:docMk/>
          <pc:sldMk cId="2742147039" sldId="1595"/>
        </pc:sldMkLst>
        <pc:spChg chg="mod">
          <ac:chgData name="Thomas Bourgeat" userId="6fd801170b580c69" providerId="LiveId" clId="{E41B2F5C-D462-4AC4-A6A0-CFEC5BA0A455}" dt="2023-04-18T12:20:39.830" v="20107" actId="20577"/>
          <ac:spMkLst>
            <pc:docMk/>
            <pc:sldMk cId="2742147039" sldId="1595"/>
            <ac:spMk id="2" creationId="{C1895870-E1BA-4994-9DB1-38F4A45B0FFF}"/>
          </ac:spMkLst>
        </pc:spChg>
        <pc:spChg chg="mod">
          <ac:chgData name="Thomas Bourgeat" userId="6fd801170b580c69" providerId="LiveId" clId="{E41B2F5C-D462-4AC4-A6A0-CFEC5BA0A455}" dt="2023-04-18T12:20:50.449" v="20121" actId="20577"/>
          <ac:spMkLst>
            <pc:docMk/>
            <pc:sldMk cId="2742147039" sldId="1595"/>
            <ac:spMk id="3" creationId="{4E1C331F-50AC-41F3-B77E-508A0829CAE7}"/>
          </ac:spMkLst>
        </pc:spChg>
      </pc:sldChg>
      <pc:sldMasterChg chg="modSp mod modSldLayout">
        <pc:chgData name="Thomas Bourgeat" userId="6fd801170b580c69" providerId="LiveId" clId="{E41B2F5C-D462-4AC4-A6A0-CFEC5BA0A455}" dt="2023-04-17T18:08:49.696" v="2229" actId="20577"/>
        <pc:sldMasterMkLst>
          <pc:docMk/>
          <pc:sldMasterMk cId="0" sldId="2147483682"/>
        </pc:sldMasterMkLst>
        <pc:spChg chg="mod">
          <ac:chgData name="Thomas Bourgeat" userId="6fd801170b580c69" providerId="LiveId" clId="{E41B2F5C-D462-4AC4-A6A0-CFEC5BA0A455}" dt="2023-04-17T18:08:49.696" v="2229" actId="20577"/>
          <ac:spMkLst>
            <pc:docMk/>
            <pc:sldMasterMk cId="0" sldId="2147483682"/>
            <ac:spMk id="412737" creationId="{00000000-0000-0000-0000-000000000000}"/>
          </ac:spMkLst>
        </pc:spChg>
        <pc:spChg chg="mod">
          <ac:chgData name="Thomas Bourgeat" userId="6fd801170b580c69" providerId="LiveId" clId="{E41B2F5C-D462-4AC4-A6A0-CFEC5BA0A455}" dt="2023-04-17T18:08:32.985" v="2216" actId="20577"/>
          <ac:spMkLst>
            <pc:docMk/>
            <pc:sldMasterMk cId="0" sldId="2147483682"/>
            <ac:spMk id="412739" creationId="{00000000-0000-0000-0000-000000000000}"/>
          </ac:spMkLst>
        </pc:spChg>
        <pc:sldLayoutChg chg="modSp mod">
          <pc:chgData name="Thomas Bourgeat" userId="6fd801170b580c69" providerId="LiveId" clId="{E41B2F5C-D462-4AC4-A6A0-CFEC5BA0A455}" dt="2023-04-17T18:08:43.049" v="2223" actId="20577"/>
          <pc:sldLayoutMkLst>
            <pc:docMk/>
            <pc:sldMasterMk cId="0" sldId="2147483682"/>
            <pc:sldLayoutMk cId="0" sldId="2147483695"/>
          </pc:sldLayoutMkLst>
          <pc:spChg chg="mod">
            <ac:chgData name="Thomas Bourgeat" userId="6fd801170b580c69" providerId="LiveId" clId="{E41B2F5C-D462-4AC4-A6A0-CFEC5BA0A455}" dt="2023-04-17T18:08:43.049" v="2223" actId="20577"/>
            <ac:spMkLst>
              <pc:docMk/>
              <pc:sldMasterMk cId="0" sldId="2147483682"/>
              <pc:sldLayoutMk cId="0" sldId="2147483695"/>
              <ac:spMk id="4" creationId="{00000000-0000-0000-0000-000000000000}"/>
            </ac:spMkLst>
          </pc:spChg>
          <pc:spChg chg="mod">
            <ac:chgData name="Thomas Bourgeat" userId="6fd801170b580c69" providerId="LiveId" clId="{E41B2F5C-D462-4AC4-A6A0-CFEC5BA0A455}" dt="2023-04-17T18:08:38.721" v="2220" actId="20577"/>
            <ac:spMkLst>
              <pc:docMk/>
              <pc:sldMasterMk cId="0" sldId="2147483682"/>
              <pc:sldLayoutMk cId="0" sldId="2147483695"/>
              <ac:spMk id="5" creationId="{00000000-0000-0000-0000-000000000000}"/>
            </ac:spMkLst>
          </pc:spChg>
        </pc:sldLayoutChg>
        <pc:sldLayoutChg chg="modSp mod">
          <pc:chgData name="Thomas Bourgeat" userId="6fd801170b580c69" providerId="LiveId" clId="{E41B2F5C-D462-4AC4-A6A0-CFEC5BA0A455}" dt="2023-04-17T18:08:45.986" v="2226" actId="20577"/>
          <pc:sldLayoutMkLst>
            <pc:docMk/>
            <pc:sldMasterMk cId="0" sldId="2147483682"/>
            <pc:sldLayoutMk cId="0" sldId="2147483696"/>
          </pc:sldLayoutMkLst>
          <pc:spChg chg="mod">
            <ac:chgData name="Thomas Bourgeat" userId="6fd801170b580c69" providerId="LiveId" clId="{E41B2F5C-D462-4AC4-A6A0-CFEC5BA0A455}" dt="2023-04-17T18:08:45.986" v="2226" actId="20577"/>
            <ac:spMkLst>
              <pc:docMk/>
              <pc:sldMasterMk cId="0" sldId="2147483682"/>
              <pc:sldLayoutMk cId="0" sldId="2147483696"/>
              <ac:spMk id="69" creationId="{00000000-0000-0000-0000-000000000000}"/>
            </ac:spMkLst>
          </pc:spChg>
          <pc:spChg chg="mod">
            <ac:chgData name="Thomas Bourgeat" userId="6fd801170b580c69" providerId="LiveId" clId="{E41B2F5C-D462-4AC4-A6A0-CFEC5BA0A455}" dt="2023-04-17T18:08:35.981" v="2218" actId="20577"/>
            <ac:spMkLst>
              <pc:docMk/>
              <pc:sldMasterMk cId="0" sldId="2147483682"/>
              <pc:sldLayoutMk cId="0" sldId="2147483696"/>
              <ac:spMk id="70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>
            <a:lvl1pPr defTabSz="930219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258" y="1"/>
            <a:ext cx="303814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>
            <a:lvl1pPr algn="r" defTabSz="930219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658"/>
            <a:ext cx="3038145" cy="46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b" anchorCtr="0" compatLnSpc="1">
            <a:prstTxWarp prst="textNoShape">
              <a:avLst/>
            </a:prstTxWarp>
          </a:bodyPr>
          <a:lstStyle>
            <a:lvl1pPr defTabSz="930219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258" y="8830658"/>
            <a:ext cx="3038144" cy="46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b" anchorCtr="0" compatLnSpc="1">
            <a:prstTxWarp prst="textNoShape">
              <a:avLst/>
            </a:prstTxWarp>
          </a:bodyPr>
          <a:lstStyle>
            <a:lvl1pPr algn="r" defTabSz="930219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fld id="{D06BDAD0-7E88-4F24-996F-A4239B167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32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82" name="Rectangle 1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>
            <a:lvl1pPr defTabSz="930219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15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5584" name="Rectangle 1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112" y="4416099"/>
            <a:ext cx="5142177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5585" name="Rectangle 17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58" y="1"/>
            <a:ext cx="303814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>
            <a:lvl1pPr algn="r" defTabSz="930219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5586" name="Rectangle 1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58"/>
            <a:ext cx="3038145" cy="46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b" anchorCtr="0" compatLnSpc="1">
            <a:prstTxWarp prst="textNoShape">
              <a:avLst/>
            </a:prstTxWarp>
          </a:bodyPr>
          <a:lstStyle>
            <a:lvl1pPr defTabSz="930219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5587" name="Rectangle 1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58" y="8830658"/>
            <a:ext cx="3038144" cy="46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b" anchorCtr="0" compatLnSpc="1">
            <a:prstTxWarp prst="textNoShape">
              <a:avLst/>
            </a:prstTxWarp>
          </a:bodyPr>
          <a:lstStyle>
            <a:lvl1pPr algn="r" defTabSz="930219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fld id="{89D0B5DD-E471-468E-BF81-0C492E66EA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969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B0DD2B-47E4-4465-BCE9-3DB57373C462}" type="slidenum">
              <a:rPr lang="en-US" smtClean="0">
                <a:latin typeface="Tahoma" pitchFamily="-96" charset="0"/>
              </a:rPr>
              <a:pPr/>
              <a:t>1</a:t>
            </a:fld>
            <a:endParaRPr lang="en-US">
              <a:latin typeface="Tahoma" pitchFamily="-96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Little guy example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 much sense: infrequent (machine-wise or per-machine), inexpensive, or likely to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64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the input and outputs don’t fit in registers. E.g., think of network packets.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78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88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 thing: software queue. Needs to be in a stable location (don’t want the </a:t>
            </a:r>
            <a:r>
              <a:rPr lang="en-US"/>
              <a:t>NIC looking when the processor moved it around)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9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hook it up to the L2 or </a:t>
            </a:r>
            <a:r>
              <a:rPr lang="en-US" dirty="0" err="1"/>
              <a:t>CacheInterface</a:t>
            </a:r>
            <a:r>
              <a:rPr lang="en-US" dirty="0"/>
              <a:t>. As long as we don’t bump into coherency issues (reason for the </a:t>
            </a:r>
            <a:r>
              <a:rPr lang="en-US" dirty="0" err="1"/>
              <a:t>uncached</a:t>
            </a:r>
            <a:r>
              <a:rPr lang="en-US" dirty="0"/>
              <a:t> stuff before)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88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Accelerator has its own memory. A scratchpad to help it do its work.</a:t>
            </a:r>
          </a:p>
          <a:p>
            <a:r>
              <a:rPr lang="en-US" dirty="0"/>
              <a:t>Dependency management for internal logic.</a:t>
            </a:r>
          </a:p>
          <a:p>
            <a:r>
              <a:rPr lang="en-US" dirty="0"/>
              <a:t>DMA: Direct memory access</a:t>
            </a:r>
          </a:p>
          <a:p>
            <a:r>
              <a:rPr lang="en-US" dirty="0"/>
              <a:t>TLB: Virtual memory thing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63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Kind of like instructions for your accelerator. Good for project.</a:t>
            </a:r>
          </a:p>
          <a:p>
            <a:endParaRPr lang="en-US" dirty="0"/>
          </a:p>
          <a:p>
            <a:r>
              <a:rPr lang="en-US" dirty="0"/>
              <a:t>Can but not necessarily corresponds to the RISC-V instructions that your processor consumes. We’re looking from the accelerator.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Decouple; might want to use the same operand multiple times (e.g., A x B, A x C, A x D).</a:t>
            </a:r>
            <a:br>
              <a:rPr lang="en-US" dirty="0"/>
            </a:br>
            <a:r>
              <a:rPr lang="en-US" dirty="0"/>
              <a:t>Differences: 1. </a:t>
            </a:r>
            <a:r>
              <a:rPr lang="en-US" dirty="0" err="1"/>
              <a:t>Gemmini</a:t>
            </a:r>
            <a:r>
              <a:rPr lang="en-US" dirty="0"/>
              <a:t> takes orders, RISC-V fetches its own instructions. 2. </a:t>
            </a:r>
            <a:r>
              <a:rPr lang="en-US" dirty="0" err="1"/>
              <a:t>Gemmini</a:t>
            </a:r>
            <a:r>
              <a:rPr lang="en-US" dirty="0"/>
              <a:t> doesn’t receive with registers, core does. </a:t>
            </a:r>
            <a:r>
              <a:rPr lang="en-US" dirty="0" err="1"/>
              <a:t>Gemmini</a:t>
            </a:r>
            <a:r>
              <a:rPr lang="en-US" dirty="0"/>
              <a:t> receives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79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Depends on flexibility of your ISA and the extensibility.</a:t>
            </a:r>
          </a:p>
          <a:p>
            <a:endParaRPr lang="en-US" dirty="0"/>
          </a:p>
          <a:p>
            <a:r>
              <a:rPr lang="en-US" dirty="0"/>
              <a:t>This is pretty much the slide you want to pay attention to for connecting your accelerator and have it be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79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slight differences. I think the Memory lives in </a:t>
            </a:r>
            <a:r>
              <a:rPr lang="en-US" dirty="0" err="1"/>
              <a:t>CacheInterface</a:t>
            </a:r>
            <a:r>
              <a:rPr lang="en-US" dirty="0"/>
              <a:t>, so you’ll need additional methods that accommodate the accelerator stuff.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33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problem to getting L2 to service both </a:t>
            </a:r>
            <a:r>
              <a:rPr lang="en-US" dirty="0" err="1"/>
              <a:t>iCache</a:t>
            </a:r>
            <a:r>
              <a:rPr lang="en-US" dirty="0"/>
              <a:t> and </a:t>
            </a:r>
            <a:r>
              <a:rPr lang="en-US" dirty="0" err="1"/>
              <a:t>dCache</a:t>
            </a:r>
            <a:r>
              <a:rPr lang="en-US" dirty="0"/>
              <a:t>. We need to have some way for the cache to know whether to talk to the core or the accelerator.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10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53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have everything on chip? (circuit-level, or amount of data input/output)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Can help off-chip if we pipeline, e.g. AESENC.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18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where your bottleneck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01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the management with the NIC. Where the buffer is,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54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61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would benefit from compiler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74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e.g., the matrix multiplications.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21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program about describing the computation itself, then separate guide about data orchestration.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project, would write the assembly program yourself. Or if brave then use the other tools we talked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0B5DD-E471-468E-BF81-0C492E66EA7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4763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</p:grpSp>
      </p:grpSp>
      <p:sp>
        <p:nvSpPr>
          <p:cNvPr id="4137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7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1" name="Rectangle 65">
            <a:extLst>
              <a:ext uri="{FF2B5EF4-FFF2-40B4-BE49-F238E27FC236}">
                <a16:creationId xmlns:a16="http://schemas.microsoft.com/office/drawing/2014/main" id="{25A60DA0-D0F7-43D6-821C-6AC81EE85A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smtClean="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72" name="Rectangle 67">
            <a:extLst>
              <a:ext uri="{FF2B5EF4-FFF2-40B4-BE49-F238E27FC236}">
                <a16:creationId xmlns:a16="http://schemas.microsoft.com/office/drawing/2014/main" id="{AE97CB91-F963-4698-B4AB-83C0817B46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L17-</a:t>
            </a: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3" name="Rectangle 67">
            <a:extLst>
              <a:ext uri="{FF2B5EF4-FFF2-40B4-BE49-F238E27FC236}">
                <a16:creationId xmlns:a16="http://schemas.microsoft.com/office/drawing/2014/main" id="{6C00BAC9-6E45-4093-9A54-563BE06AD6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84603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2pPr>
            <a:lvl3pPr marL="9144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3pPr>
            <a:lvl4pPr marL="13716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4pPr>
            <a:lvl5pPr marL="18288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/>
              <a:t>6.192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5">
            <a:extLst>
              <a:ext uri="{FF2B5EF4-FFF2-40B4-BE49-F238E27FC236}">
                <a16:creationId xmlns:a16="http://schemas.microsoft.com/office/drawing/2014/main" id="{45CF0023-E704-46EF-862C-A253C9B6A12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smtClean="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A71F15CD-9F7C-45B4-B73B-E1892D646F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L17-</a:t>
            </a: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67">
            <a:extLst>
              <a:ext uri="{FF2B5EF4-FFF2-40B4-BE49-F238E27FC236}">
                <a16:creationId xmlns:a16="http://schemas.microsoft.com/office/drawing/2014/main" id="{A9C324CB-6B9A-4B86-84B3-11FE0970E2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84603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2pPr>
            <a:lvl3pPr marL="9144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3pPr>
            <a:lvl4pPr marL="13716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4pPr>
            <a:lvl5pPr marL="18288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/>
              <a:t>6.192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 userDrawn="1"/>
        </p:nvGrpSpPr>
        <p:grpSpPr bwMode="auto">
          <a:xfrm>
            <a:off x="-10633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26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7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 dirty="0">
                    <a:latin typeface="Verdana" pitchFamily="34" charset="0"/>
                  </a:endParaRPr>
                </a:p>
              </p:txBody>
            </p:sp>
            <p:sp>
              <p:nvSpPr>
                <p:cNvPr id="4127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</p:grpSp>
        </p:grpSp>
        <p:sp>
          <p:nvSpPr>
            <p:cNvPr id="4127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Wingdings" pitchFamily="2" charset="2"/>
                <a:buChar char="•"/>
                <a:defRPr/>
              </a:pPr>
              <a:endParaRPr lang="en-US">
                <a:latin typeface="Verdana" pitchFamily="34" charset="0"/>
              </a:endParaRPr>
            </a:p>
          </p:txBody>
        </p:sp>
        <p:sp>
          <p:nvSpPr>
            <p:cNvPr id="4127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Wingdings" pitchFamily="2" charset="2"/>
                <a:buChar char="•"/>
                <a:defRPr/>
              </a:pPr>
              <a:endParaRPr lang="en-US">
                <a:latin typeface="Verdana" pitchFamily="34" charset="0"/>
              </a:endParaRPr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27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Verdana" pitchFamily="34" charset="0"/>
                </a:endParaRPr>
              </a:p>
            </p:txBody>
          </p:sp>
          <p:sp>
            <p:nvSpPr>
              <p:cNvPr id="4127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Verdana" pitchFamily="34" charset="0"/>
                </a:endParaRPr>
              </a:p>
            </p:txBody>
          </p:sp>
          <p:sp>
            <p:nvSpPr>
              <p:cNvPr id="4127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Verdana" pitchFamily="34" charset="0"/>
                </a:endParaRPr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27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smtClean="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4127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L17-</a:t>
            </a: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7" name="Rectangle 67">
            <a:extLst>
              <a:ext uri="{FF2B5EF4-FFF2-40B4-BE49-F238E27FC236}">
                <a16:creationId xmlns:a16="http://schemas.microsoft.com/office/drawing/2014/main" id="{3682CB4A-DE81-4F7C-8AEB-B1128A929C2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84603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2pPr>
            <a:lvl3pPr marL="9144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3pPr>
            <a:lvl4pPr marL="13716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4pPr>
            <a:lvl5pPr marL="1828800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-96" charset="2"/>
              <a:buChar char="•"/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Verdana" pitchFamily="-96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dirty="0"/>
              <a:t>6.192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5" r:id="rId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-96" charset="2"/>
        <a:buBlip>
          <a:blip r:embed="rId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-96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-96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-96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-96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eaching-materials.org/algorithms/" TargetMode="Externa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cardboard-box-brown-box-cardboard-296818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ucb-bar/gemmini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cb-bar/gemmini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wleydownload.co.uk/arm/documentation/gnu/as/RISC_002dV_002dDirectives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urceware.org/binutils/docs/as/RISC_002dV_002dFormats.html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809625" y="1470026"/>
            <a:ext cx="7943849" cy="1743822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  <a:buClr>
                <a:srgbClr val="6F89F7"/>
              </a:buClr>
            </a:pPr>
            <a:r>
              <a:rPr lang="en-US" sz="2400">
                <a:solidFill>
                  <a:srgbClr val="660066"/>
                </a:solidFill>
              </a:rPr>
              <a:t>Constructive Computer Architecture</a:t>
            </a:r>
            <a:endParaRPr lang="en-US" sz="1800">
              <a:solidFill>
                <a:srgbClr val="660066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4400">
                <a:solidFill>
                  <a:schemeClr val="tx2"/>
                </a:solidFill>
              </a:rPr>
              <a:t>Connecting devices and accelerators</a:t>
            </a: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729132C-2A42-4BC1-BC86-BCEABEE4B606}"/>
              </a:ext>
            </a:extLst>
          </p:cNvPr>
          <p:cNvSpPr txBox="1">
            <a:spLocks/>
          </p:cNvSpPr>
          <p:nvPr/>
        </p:nvSpPr>
        <p:spPr bwMode="auto">
          <a:xfrm>
            <a:off x="809625" y="3236260"/>
            <a:ext cx="7275286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kern="0" dirty="0">
                <a:latin typeface="Verdana" pitchFamily="34" charset="0"/>
              </a:rPr>
              <a:t>Martin Chan</a:t>
            </a:r>
            <a:br>
              <a:rPr lang="en-US" sz="2400" kern="0" dirty="0">
                <a:latin typeface="Verdana" pitchFamily="34" charset="0"/>
              </a:rPr>
            </a:br>
            <a:r>
              <a:rPr lang="en-US" sz="2400" kern="0" dirty="0">
                <a:latin typeface="Verdana" pitchFamily="34" charset="0"/>
              </a:rPr>
              <a:t>Adapted from Thomas </a:t>
            </a:r>
            <a:r>
              <a:rPr lang="en-US" sz="2400" kern="0" dirty="0" err="1">
                <a:latin typeface="Verdana" pitchFamily="34" charset="0"/>
              </a:rPr>
              <a:t>Bourgeat</a:t>
            </a:r>
            <a:endParaRPr lang="en-US" sz="3600" kern="0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104EC63-D53C-49DB-B380-ECBB762EEC5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FC21664-34DC-416F-8061-37C3D9592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1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D09E-7213-415E-BED1-B784344B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Errata – Lecture on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5453A-F3F9-43CA-8258-4B2E290B6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MMX actually reused existing  registers (the x87 floating point registers)</a:t>
            </a:r>
          </a:p>
          <a:p>
            <a:endParaRPr lang="en-US" dirty="0"/>
          </a:p>
          <a:p>
            <a:r>
              <a:rPr lang="en-US" dirty="0"/>
              <a:t>It was SSE (the successor) that defined new registers (the </a:t>
            </a:r>
            <a:r>
              <a:rPr lang="en-US" dirty="0" err="1"/>
              <a:t>xmm</a:t>
            </a:r>
            <a:r>
              <a:rPr lang="en-US" dirty="0"/>
              <a:t> registers)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18304-AEAE-4B68-B402-C32280B70EA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4EE25-292A-4641-9FCC-60B161164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03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0554-6DEE-4993-A568-343CF899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9D76A-5BDB-4F69-BE44-2ECB4BBC8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Motivator for accelerators</a:t>
            </a:r>
          </a:p>
          <a:p>
            <a:r>
              <a:rPr lang="en-US" dirty="0"/>
              <a:t>Discussing multiple hardware accelerators in the wild – 3 cases</a:t>
            </a:r>
          </a:p>
          <a:p>
            <a:pPr lvl="1"/>
            <a:r>
              <a:rPr lang="en-US" dirty="0"/>
              <a:t>Some implementation details if using for project</a:t>
            </a:r>
          </a:p>
          <a:p>
            <a:r>
              <a:rPr lang="en-US" dirty="0"/>
              <a:t>Performance considerations</a:t>
            </a:r>
          </a:p>
          <a:p>
            <a:r>
              <a:rPr lang="en-US" dirty="0"/>
              <a:t>Software integration and usability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BB062-FDC0-4030-8EB0-B7FE8E74C61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E9FD3-9817-48A5-8CEC-15D6DF606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04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E503DF-7F1B-47E0-B488-48ACD04F68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Motivator for accelerators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3AD7E50-3EA9-40BD-A67A-FB7F3E0A28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F759D-5E1D-425B-8E3A-64881F1F52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815754-9A85-4AF5-9C79-71CD86244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82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3BF97-6790-49E9-80D4-E1D40A87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680882"/>
          </a:xfrm>
        </p:spPr>
        <p:txBody>
          <a:bodyPr/>
          <a:lstStyle/>
          <a:p>
            <a:r>
              <a:rPr lang="en-US" dirty="0"/>
              <a:t>When do accelerators make sense?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4251-6D02-4FF6-BDCD-B8B07B5F5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5" y="1985682"/>
            <a:ext cx="8287011" cy="3639548"/>
          </a:xfrm>
        </p:spPr>
        <p:txBody>
          <a:bodyPr/>
          <a:lstStyle/>
          <a:p>
            <a:r>
              <a:rPr lang="en-US" dirty="0"/>
              <a:t>Accelerators are tools to help your processor do some computations.</a:t>
            </a:r>
          </a:p>
          <a:p>
            <a:r>
              <a:rPr lang="en-US" dirty="0"/>
              <a:t>Hardware vs software</a:t>
            </a:r>
          </a:p>
          <a:p>
            <a:pPr lvl="1"/>
            <a:r>
              <a:rPr lang="en-US" dirty="0"/>
              <a:t>Think of matrix multiply (100s vs 100ks of cycles)</a:t>
            </a:r>
          </a:p>
          <a:p>
            <a:r>
              <a:rPr lang="en-US" dirty="0"/>
              <a:t>High arithmetic intensity</a:t>
            </a:r>
          </a:p>
          <a:p>
            <a:r>
              <a:rPr lang="en-US" dirty="0"/>
              <a:t>Cost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57F88-98B7-4D96-B44B-A45E96B940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7641B-F72E-4B39-AD6E-DEC08FF7E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30385-418E-4586-B22B-3DBAB3E1F69C}"/>
              </a:ext>
            </a:extLst>
          </p:cNvPr>
          <p:cNvSpPr txBox="1"/>
          <p:nvPr/>
        </p:nvSpPr>
        <p:spPr>
          <a:xfrm>
            <a:off x="3495598" y="5810570"/>
            <a:ext cx="4886402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What’s an application that might not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make much sense to accelerate?</a:t>
            </a:r>
          </a:p>
        </p:txBody>
      </p:sp>
    </p:spTree>
    <p:extLst>
      <p:ext uri="{BB962C8B-B14F-4D97-AF65-F5344CB8AC3E}">
        <p14:creationId xmlns:p14="http://schemas.microsoft.com/office/powerpoint/2010/main" val="57620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E503DF-7F1B-47E0-B488-48ACD04F68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Devices and accelerators in the wild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3AD7E50-3EA9-40BD-A67A-FB7F3E0A28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F759D-5E1D-425B-8E3A-64881F1F52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815754-9A85-4AF5-9C79-71CD86244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3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3BF97-6790-49E9-80D4-E1D40A87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739588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4251-6D02-4FF6-BDCD-B8B07B5F5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107" y="905374"/>
            <a:ext cx="8287011" cy="4406215"/>
          </a:xfrm>
        </p:spPr>
        <p:txBody>
          <a:bodyPr/>
          <a:lstStyle/>
          <a:p>
            <a:r>
              <a:rPr lang="en-US" b="1" dirty="0"/>
              <a:t>N</a:t>
            </a:r>
            <a:r>
              <a:rPr lang="en-US" dirty="0"/>
              <a:t>etwork </a:t>
            </a:r>
            <a:r>
              <a:rPr lang="en-US" b="1" dirty="0"/>
              <a:t>I</a:t>
            </a:r>
            <a:r>
              <a:rPr lang="en-US" dirty="0"/>
              <a:t>nterface </a:t>
            </a:r>
            <a:r>
              <a:rPr lang="en-US" b="1" dirty="0"/>
              <a:t>C</a:t>
            </a:r>
            <a:r>
              <a:rPr lang="en-US" dirty="0"/>
              <a:t>ards (NIC)</a:t>
            </a:r>
          </a:p>
          <a:p>
            <a:pPr lvl="1"/>
            <a:r>
              <a:rPr lang="en-US" dirty="0"/>
              <a:t>TCP/IP stack runs on some NIC</a:t>
            </a:r>
          </a:p>
          <a:p>
            <a:r>
              <a:rPr lang="en-US" dirty="0"/>
              <a:t>Crypto (AESENC and its siblings)</a:t>
            </a:r>
          </a:p>
          <a:p>
            <a:r>
              <a:rPr lang="en-US" dirty="0"/>
              <a:t>Matrix/ML accelerators</a:t>
            </a:r>
          </a:p>
          <a:p>
            <a:pPr lvl="1"/>
            <a:r>
              <a:rPr lang="en-US" dirty="0" err="1"/>
              <a:t>Gemmini</a:t>
            </a:r>
            <a:r>
              <a:rPr lang="en-US" dirty="0"/>
              <a:t>, TPU, etc.</a:t>
            </a:r>
          </a:p>
          <a:p>
            <a:r>
              <a:rPr lang="en-US" dirty="0"/>
              <a:t>GPU, GPGPU</a:t>
            </a:r>
          </a:p>
          <a:p>
            <a:pPr lvl="1"/>
            <a:r>
              <a:rPr lang="en-US" dirty="0"/>
              <a:t>Fixed function/Fully programmable</a:t>
            </a:r>
          </a:p>
          <a:p>
            <a:r>
              <a:rPr lang="en-US" dirty="0"/>
              <a:t>FPGA accelerators</a:t>
            </a:r>
          </a:p>
          <a:p>
            <a:r>
              <a:rPr lang="en-US" dirty="0"/>
              <a:t>Signal processing</a:t>
            </a:r>
          </a:p>
          <a:p>
            <a:r>
              <a:rPr lang="en-US" dirty="0"/>
              <a:t>Many more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57F88-98B7-4D96-B44B-A45E96B940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7641B-F72E-4B39-AD6E-DEC08FF7E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2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7DC5-C554-4102-8CBC-F72613AA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F2346-C3CF-4838-8D9D-4D121B6D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7772400" cy="4114800"/>
          </a:xfrm>
        </p:spPr>
        <p:txBody>
          <a:bodyPr/>
          <a:lstStyle/>
          <a:p>
            <a:r>
              <a:rPr lang="en-US" dirty="0"/>
              <a:t>Wide range of programmability</a:t>
            </a:r>
          </a:p>
          <a:p>
            <a:pPr lvl="1"/>
            <a:r>
              <a:rPr lang="en-US" dirty="0"/>
              <a:t>Programmable: GPU</a:t>
            </a:r>
          </a:p>
          <a:p>
            <a:pPr lvl="1"/>
            <a:r>
              <a:rPr lang="en-US" dirty="0"/>
              <a:t>Not so programmable: NIC</a:t>
            </a:r>
          </a:p>
          <a:p>
            <a:pPr lvl="1"/>
            <a:r>
              <a:rPr lang="en-US" dirty="0"/>
              <a:t>Not programmable: AES accelerator</a:t>
            </a:r>
          </a:p>
          <a:p>
            <a:r>
              <a:rPr lang="en-US" dirty="0"/>
              <a:t>Some requires new CPU instructions (AES), but not necessarily (NIC)</a:t>
            </a:r>
          </a:p>
          <a:p>
            <a:pPr marL="0" indent="0">
              <a:buNone/>
            </a:pPr>
            <a:r>
              <a:rPr lang="en-US" dirty="0"/>
              <a:t>	Let’s look at AESENC, NIC, DL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18A9E-3760-49AE-A360-B72066C1FF0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F061C-3240-424E-9491-77AFA206C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57AE9D-7279-4199-9FDE-4784A0C0C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study 1: AESENC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1814395-B50F-49CB-9E55-6DBF5A84F1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Register-to-register accelerator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481F9-E8AA-4CAC-B2C5-FD7DC4C83AB3}"/>
              </a:ext>
            </a:extLst>
          </p:cNvPr>
          <p:cNvSpPr>
            <a:spLocks noGrp="1"/>
          </p:cNvSpPr>
          <p:nvPr>
            <p:ph type="dt" sz="quarter" idx="2"/>
          </p:nvPr>
        </p:nvSpPr>
        <p:spPr>
          <a:xfrm>
            <a:off x="47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E8482E-8FAE-4D38-ABF6-5EE1FBC9F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30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CAFE-6D82-4130-B9A0-0619D6CAA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E249-4211-41E1-8F7A-9CC1EDCE7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 and key are 128 bits</a:t>
            </a:r>
          </a:p>
          <a:p>
            <a:r>
              <a:rPr lang="en-US" dirty="0" err="1"/>
              <a:t>AES_encrypt</a:t>
            </a:r>
            <a:r>
              <a:rPr lang="en-US" dirty="0"/>
              <a:t>(m, key)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C0C0D-DAE0-4382-91FA-CA881E42A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D09EC-F4E5-44AC-B195-94851C484A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048000"/>
            <a:ext cx="2286000" cy="3429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266E7-23EA-4A9B-9B8F-B854F552C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35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AESENC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4A122-79E1-4273-B69B-5905E9ED7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AESENC xmm1, xmm2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“Perform one round of an </a:t>
            </a:r>
            <a:r>
              <a:rPr lang="en-US" i="1" dirty="0"/>
              <a:t>AES encryption</a:t>
            </a:r>
            <a:r>
              <a:rPr lang="en-US" dirty="0"/>
              <a:t> flow, using one 128-bit data (state) from xmm1 with one 128-bit round key from xmm2”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66E4EE-81C9-4A4E-9BDB-2351FC73F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A50DC-E7CC-4826-8E06-A2CD06A59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584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5D45-6C55-4C1E-AED0-6F6183AD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fit in vector unit!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77D430-557E-489D-AFA6-AB883902F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957"/>
          <a:stretch/>
        </p:blipFill>
        <p:spPr>
          <a:xfrm>
            <a:off x="1252369" y="3346450"/>
            <a:ext cx="6639263" cy="34036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51FB2-90B9-4AAE-9D96-4A5B98329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1A3405-DE4E-4EB8-8255-5C6027F13D0D}"/>
              </a:ext>
            </a:extLst>
          </p:cNvPr>
          <p:cNvSpPr txBox="1">
            <a:spLocks/>
          </p:cNvSpPr>
          <p:nvPr/>
        </p:nvSpPr>
        <p:spPr bwMode="auto">
          <a:xfrm>
            <a:off x="597070" y="14478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-96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en-US" kern="0" dirty="0"/>
              <a:t>Use vector registers to hold 128 bits</a:t>
            </a:r>
          </a:p>
          <a:p>
            <a:pPr>
              <a:lnSpc>
                <a:spcPct val="100000"/>
              </a:lnSpc>
            </a:pPr>
            <a:r>
              <a:rPr lang="en-US" kern="0" dirty="0"/>
              <a:t>Add the new instruction: decode and execute</a:t>
            </a:r>
          </a:p>
          <a:p>
            <a:pPr marL="0" indent="0">
              <a:lnSpc>
                <a:spcPct val="100000"/>
              </a:lnSpc>
              <a:buFont typeface="Wingdings" pitchFamily="-96" charset="2"/>
              <a:buNone/>
            </a:pPr>
            <a:endParaRPr lang="en-US" kern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6EC5E-226B-434A-BC5C-C7652C865ABE}"/>
              </a:ext>
            </a:extLst>
          </p:cNvPr>
          <p:cNvSpPr txBox="1"/>
          <p:nvPr/>
        </p:nvSpPr>
        <p:spPr>
          <a:xfrm>
            <a:off x="4953000" y="375920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5D993D-6BFF-40FE-84D4-6504E73154C1}"/>
              </a:ext>
            </a:extLst>
          </p:cNvPr>
          <p:cNvSpPr txBox="1"/>
          <p:nvPr/>
        </p:nvSpPr>
        <p:spPr>
          <a:xfrm>
            <a:off x="4908550" y="625002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2296D-EC8A-4288-B304-A8A518426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94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CBE0-C426-4520-837A-81235609F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0C876-4111-4F96-9F76-AA2918B52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Potentially add slides to show the code?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B06D5-FDDB-4752-8387-821904CFC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4A14A-D3A1-41B3-A57E-EBBEEC64B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05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060A1-1957-478C-9420-38C0C9C7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gain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16616-5DB2-4679-9C1D-181DFB7C8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270" y="1483659"/>
            <a:ext cx="7772400" cy="4114800"/>
          </a:xfrm>
        </p:spPr>
        <p:txBody>
          <a:bodyPr/>
          <a:lstStyle/>
          <a:p>
            <a:r>
              <a:rPr lang="en-US" dirty="0"/>
              <a:t>~4-8 cycles of latency for the instruction</a:t>
            </a:r>
          </a:p>
          <a:p>
            <a:pPr lvl="1"/>
            <a:r>
              <a:rPr lang="en-US" dirty="0"/>
              <a:t>Accelerator can be pipelined</a:t>
            </a:r>
          </a:p>
          <a:p>
            <a:r>
              <a:rPr lang="en-US" dirty="0"/>
              <a:t>Some </a:t>
            </a:r>
            <a:r>
              <a:rPr lang="en-US" dirty="0" err="1"/>
              <a:t>nonresearch</a:t>
            </a:r>
            <a:r>
              <a:rPr lang="en-US" dirty="0"/>
              <a:t> evaluation shows a 10x speedup on a pure AES benchmark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Sources: </a:t>
            </a:r>
          </a:p>
          <a:p>
            <a:pPr marL="0" indent="0">
              <a:buNone/>
            </a:pPr>
            <a:r>
              <a:rPr lang="en-US" sz="1600" dirty="0"/>
              <a:t>https://eprint.iacr.org/2016/299.pdf</a:t>
            </a:r>
          </a:p>
          <a:p>
            <a:pPr marL="0" indent="0">
              <a:buNone/>
            </a:pPr>
            <a:r>
              <a:rPr lang="en-US" sz="1600" dirty="0"/>
              <a:t>https://www.tomshardware.com/reviews/clarkdale-aes-ni-encryption,2538-7.html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7CA71-DF07-4A29-994D-DC65D91FA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07F51-232C-4274-B48A-592F85290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60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57AE9D-7279-4199-9FDE-4784A0C0C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study 2: a pseudo-NIC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1814395-B50F-49CB-9E55-6DBF5A84F1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typical device – memory-to-memory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481F9-E8AA-4CAC-B2C5-FD7DC4C83AB3}"/>
              </a:ext>
            </a:extLst>
          </p:cNvPr>
          <p:cNvSpPr>
            <a:spLocks noGrp="1"/>
          </p:cNvSpPr>
          <p:nvPr>
            <p:ph type="dt" sz="quarter" idx="2"/>
          </p:nvPr>
        </p:nvSpPr>
        <p:spPr>
          <a:xfrm>
            <a:off x="47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D00A3A-D600-4BCE-8A19-379F0156C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858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Slightly unfamiliar view</a:t>
            </a:r>
            <a:br>
              <a:rPr lang="en-US" dirty="0"/>
            </a:br>
            <a:r>
              <a:rPr lang="en-US" dirty="0"/>
              <a:t>High-level picture – NIC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CD8ADA-BD86-4391-91F0-D6BBCA9B5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9D972-3FEB-4863-8573-54BE88893B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7" b="25936"/>
          <a:stretch/>
        </p:blipFill>
        <p:spPr>
          <a:xfrm>
            <a:off x="944702" y="1803748"/>
            <a:ext cx="7914931" cy="37014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C80EE6-B139-459C-B92A-34C5A1B5E864}"/>
              </a:ext>
            </a:extLst>
          </p:cNvPr>
          <p:cNvSpPr/>
          <p:nvPr/>
        </p:nvSpPr>
        <p:spPr bwMode="auto">
          <a:xfrm>
            <a:off x="1905000" y="4929175"/>
            <a:ext cx="2019300" cy="1444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Uncached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D06308-35EB-446D-B204-D42ECE8E66BE}"/>
              </a:ext>
            </a:extLst>
          </p:cNvPr>
          <p:cNvSpPr/>
          <p:nvPr/>
        </p:nvSpPr>
        <p:spPr bwMode="auto">
          <a:xfrm>
            <a:off x="1416050" y="2541575"/>
            <a:ext cx="1409700" cy="1444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Uncached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0C9B53-C8CF-432D-AAB6-D11B149858AB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1675" y="2406650"/>
            <a:ext cx="374650" cy="137795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B38969-170F-41B3-BA7C-52DCB3B3D96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410325" y="4687217"/>
            <a:ext cx="1781175" cy="62838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56F2B53-9104-4202-A128-1B033ECF2BE2}"/>
              </a:ext>
            </a:extLst>
          </p:cNvPr>
          <p:cNvSpPr txBox="1"/>
          <p:nvPr/>
        </p:nvSpPr>
        <p:spPr>
          <a:xfrm>
            <a:off x="7239000" y="2158745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MMIO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C01556-36D3-4E98-9CD5-10FF9FBDA693}"/>
              </a:ext>
            </a:extLst>
          </p:cNvPr>
          <p:cNvSpPr txBox="1"/>
          <p:nvPr/>
        </p:nvSpPr>
        <p:spPr>
          <a:xfrm>
            <a:off x="7191375" y="5410175"/>
            <a:ext cx="1835759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Std Memory </a:t>
            </a:r>
          </a:p>
          <a:p>
            <a:pPr>
              <a:buNone/>
            </a:pPr>
            <a:r>
              <a:rPr lang="en-US" dirty="0"/>
              <a:t>operations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3AE87-C297-4C06-88EC-35F1A7030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50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F35DE-6847-4C3C-93FB-27A994D1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journey of a packet in a fancy NIC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891C-045A-403F-8C75-738B6CDA6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8534400" cy="4114800"/>
          </a:xfrm>
        </p:spPr>
        <p:txBody>
          <a:bodyPr/>
          <a:lstStyle/>
          <a:p>
            <a:r>
              <a:rPr lang="en-US" dirty="0"/>
              <a:t>Processor tells NIC:</a:t>
            </a:r>
          </a:p>
          <a:p>
            <a:pPr lvl="1"/>
            <a:r>
              <a:rPr lang="en-US" dirty="0"/>
              <a:t>Address in RAM for SEND packets </a:t>
            </a:r>
          </a:p>
          <a:p>
            <a:pPr lvl="1"/>
            <a:r>
              <a:rPr lang="en-US" dirty="0"/>
              <a:t>Address where NIC should put the RECEIVED packets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Application generate data to send:</a:t>
            </a:r>
          </a:p>
          <a:p>
            <a:pPr marL="457200" lvl="1" indent="0">
              <a:buNone/>
            </a:pPr>
            <a:r>
              <a:rPr lang="en-US" sz="1200" dirty="0"/>
              <a:t>“GET / HTTP/1.1</a:t>
            </a:r>
          </a:p>
          <a:p>
            <a:pPr marL="457200" lvl="1" indent="0">
              <a:buNone/>
            </a:pPr>
            <a:r>
              <a:rPr lang="en-US" sz="1200" dirty="0"/>
              <a:t>Host: www.example.com</a:t>
            </a:r>
          </a:p>
          <a:p>
            <a:pPr marL="457200" lvl="1" indent="0">
              <a:buNone/>
            </a:pPr>
            <a:r>
              <a:rPr lang="en-US" sz="1200" dirty="0"/>
              <a:t>User-Agent: Mozilla/5.0</a:t>
            </a:r>
          </a:p>
          <a:p>
            <a:pPr marL="457200" lvl="1" indent="0">
              <a:buNone/>
            </a:pPr>
            <a:r>
              <a:rPr lang="en-US" sz="1200" dirty="0"/>
              <a:t>…”</a:t>
            </a:r>
            <a:endParaRPr lang="en-US" sz="11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Wrap the string in an envelope with an address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Put the envelope in the SEND location</a:t>
            </a:r>
            <a:endParaRPr lang="en-US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F8401-3A85-43D2-A750-2003D4BF9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472A9-54C7-4E2B-9BE1-DC6F1ED5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71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Agreeing on send locations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CD8ADA-BD86-4391-91F0-D6BBCA9B5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9D972-3FEB-4863-8573-54BE88893B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7" b="25936"/>
          <a:stretch/>
        </p:blipFill>
        <p:spPr>
          <a:xfrm>
            <a:off x="614534" y="1613248"/>
            <a:ext cx="7914931" cy="37014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EB5E0F-74CB-4191-B400-02EC744DCF00}"/>
              </a:ext>
            </a:extLst>
          </p:cNvPr>
          <p:cNvSpPr/>
          <p:nvPr/>
        </p:nvSpPr>
        <p:spPr bwMode="auto">
          <a:xfrm>
            <a:off x="5467611" y="4659682"/>
            <a:ext cx="2480934" cy="203234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B4FED03-2DD1-4C66-AD9F-5236A0783282}"/>
              </a:ext>
            </a:extLst>
          </p:cNvPr>
          <p:cNvGrpSpPr/>
          <p:nvPr/>
        </p:nvGrpSpPr>
        <p:grpSpPr>
          <a:xfrm>
            <a:off x="4404464" y="5173957"/>
            <a:ext cx="3544081" cy="1411508"/>
            <a:chOff x="4404463" y="5173957"/>
            <a:chExt cx="2881380" cy="14115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B06A48-263C-4D62-B7C7-809E79484E5E}"/>
                </a:ext>
              </a:extLst>
            </p:cNvPr>
            <p:cNvSpPr/>
            <p:nvPr/>
          </p:nvSpPr>
          <p:spPr bwMode="auto">
            <a:xfrm>
              <a:off x="5268815" y="5314688"/>
              <a:ext cx="2017028" cy="1270777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None/>
                <a:tabLst/>
              </a:pPr>
              <a:r>
                <a:rPr kumimoji="0" lang="en-US" sz="2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rPr>
                <a:t>ToSend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976AD1-63AB-4A79-978C-FB53412EFF69}"/>
                </a:ext>
              </a:extLst>
            </p:cNvPr>
            <p:cNvSpPr txBox="1"/>
            <p:nvPr/>
          </p:nvSpPr>
          <p:spPr>
            <a:xfrm>
              <a:off x="4404463" y="5173957"/>
              <a:ext cx="1154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dirty="0"/>
                <a:t>0x1000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91951B-E4D7-4854-BB68-8B125AEB0945}"/>
              </a:ext>
            </a:extLst>
          </p:cNvPr>
          <p:cNvGrpSpPr/>
          <p:nvPr/>
        </p:nvGrpSpPr>
        <p:grpSpPr>
          <a:xfrm>
            <a:off x="485001" y="2999985"/>
            <a:ext cx="2089097" cy="1216346"/>
            <a:chOff x="485001" y="2999985"/>
            <a:chExt cx="2089097" cy="121634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F037923-7F00-4892-BE1B-723B3613BFE3}"/>
                </a:ext>
              </a:extLst>
            </p:cNvPr>
            <p:cNvSpPr txBox="1"/>
            <p:nvPr/>
          </p:nvSpPr>
          <p:spPr>
            <a:xfrm>
              <a:off x="485001" y="3216057"/>
              <a:ext cx="2089097" cy="100027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dirty="0" err="1"/>
                <a:t>uncachedstore</a:t>
              </a:r>
              <a:r>
                <a:rPr lang="en-US" dirty="0"/>
                <a:t>  </a:t>
              </a:r>
            </a:p>
            <a:p>
              <a:pPr>
                <a:buNone/>
              </a:pPr>
              <a:r>
                <a:rPr lang="en-US" dirty="0"/>
                <a:t>0xF000_0000 </a:t>
              </a:r>
              <a:br>
                <a:rPr lang="en-US" dirty="0"/>
              </a:br>
              <a:r>
                <a:rPr lang="en-US" dirty="0"/>
                <a:t>0x1000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A2CE655-9C39-404F-90FF-CF9941A6F0BD}"/>
                </a:ext>
              </a:extLst>
            </p:cNvPr>
            <p:cNvCxnSpPr>
              <a:cxnSpLocks/>
              <a:stCxn id="3" idx="0"/>
            </p:cNvCxnSpPr>
            <p:nvPr/>
          </p:nvCxnSpPr>
          <p:spPr bwMode="auto">
            <a:xfrm flipV="1">
              <a:off x="1529550" y="2999985"/>
              <a:ext cx="0" cy="216072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1BBC793-8578-409E-BD67-380F85BDB5C3}"/>
              </a:ext>
            </a:extLst>
          </p:cNvPr>
          <p:cNvSpPr txBox="1"/>
          <p:nvPr/>
        </p:nvSpPr>
        <p:spPr>
          <a:xfrm>
            <a:off x="6735866" y="2731300"/>
            <a:ext cx="1583575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 err="1"/>
              <a:t>ToSend</a:t>
            </a:r>
            <a:r>
              <a:rPr lang="en-US" dirty="0"/>
              <a:t>:?</a:t>
            </a:r>
          </a:p>
          <a:p>
            <a:pPr>
              <a:buNone/>
            </a:pPr>
            <a:r>
              <a:rPr lang="en-US" dirty="0"/>
              <a:t>Received:?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7AE50E-C33A-4D75-99F3-1A0071273CF5}"/>
              </a:ext>
            </a:extLst>
          </p:cNvPr>
          <p:cNvSpPr txBox="1"/>
          <p:nvPr/>
        </p:nvSpPr>
        <p:spPr>
          <a:xfrm>
            <a:off x="7897255" y="2723605"/>
            <a:ext cx="11544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0x1000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9E209F-0D7C-4308-B8DB-49B2DFC14B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248888" y="5341152"/>
            <a:ext cx="1699657" cy="115218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E0A1E01-9641-4FC2-9375-C2694115ED9E}"/>
              </a:ext>
            </a:extLst>
          </p:cNvPr>
          <p:cNvSpPr/>
          <p:nvPr/>
        </p:nvSpPr>
        <p:spPr bwMode="auto">
          <a:xfrm>
            <a:off x="1905000" y="4725975"/>
            <a:ext cx="817714" cy="15900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CD33C8-E857-43A2-B62A-E603F40C90C7}"/>
              </a:ext>
            </a:extLst>
          </p:cNvPr>
          <p:cNvSpPr/>
          <p:nvPr/>
        </p:nvSpPr>
        <p:spPr bwMode="auto">
          <a:xfrm>
            <a:off x="1652001" y="2335152"/>
            <a:ext cx="817714" cy="15900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84E93-5BC0-48BA-81C6-31E2E9258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0.03959 C -0.00035 -0.06574 -0.00052 -0.0919 -0.0007 -0.11806 L 0.01284 -0.16829 L 0.05816 -0.17732 L 0.19982 -0.17014 L 0.2684 -0.16459 L 0.32656 -0.11065 L 0.31979 -0.06783 L 0.33403 0.00069 L 0.46007 0.01435 L 0.59288 0.02083 L 0.6533 0.02986 L 0.69097 0.10023 L 0.63611 0.11134 " pathEditMode="relative" rAng="0" ptsTypes="AAAAAAAAAAAAAA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31" y="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Agreeing on receive location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CD8ADA-BD86-4391-91F0-D6BBCA9B5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9D972-3FEB-4863-8573-54BE88893B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7" b="25936"/>
          <a:stretch/>
        </p:blipFill>
        <p:spPr>
          <a:xfrm>
            <a:off x="614534" y="1613248"/>
            <a:ext cx="7914931" cy="37014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EB5E0F-74CB-4191-B400-02EC744DCF00}"/>
              </a:ext>
            </a:extLst>
          </p:cNvPr>
          <p:cNvSpPr/>
          <p:nvPr/>
        </p:nvSpPr>
        <p:spPr bwMode="auto">
          <a:xfrm>
            <a:off x="5467611" y="4659682"/>
            <a:ext cx="1578280" cy="203234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B06A48-263C-4D62-B7C7-809E79484E5E}"/>
              </a:ext>
            </a:extLst>
          </p:cNvPr>
          <p:cNvSpPr/>
          <p:nvPr/>
        </p:nvSpPr>
        <p:spPr bwMode="auto">
          <a:xfrm>
            <a:off x="5467610" y="5314689"/>
            <a:ext cx="1578280" cy="386219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ToSend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F7202-13AE-47FB-977B-6134232181E0}"/>
              </a:ext>
            </a:extLst>
          </p:cNvPr>
          <p:cNvSpPr/>
          <p:nvPr/>
        </p:nvSpPr>
        <p:spPr bwMode="auto">
          <a:xfrm>
            <a:off x="5467610" y="5910197"/>
            <a:ext cx="1578280" cy="32463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Received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976AD1-63AB-4A79-978C-FB53412EFF69}"/>
              </a:ext>
            </a:extLst>
          </p:cNvPr>
          <p:cNvSpPr txBox="1"/>
          <p:nvPr/>
        </p:nvSpPr>
        <p:spPr>
          <a:xfrm>
            <a:off x="4353456" y="5099055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0x1000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48B85-1588-4155-ACCE-1C39075B7A38}"/>
              </a:ext>
            </a:extLst>
          </p:cNvPr>
          <p:cNvSpPr txBox="1"/>
          <p:nvPr/>
        </p:nvSpPr>
        <p:spPr>
          <a:xfrm>
            <a:off x="4353457" y="5801209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0x5000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91951B-E4D7-4854-BB68-8B125AEB0945}"/>
              </a:ext>
            </a:extLst>
          </p:cNvPr>
          <p:cNvGrpSpPr/>
          <p:nvPr/>
        </p:nvGrpSpPr>
        <p:grpSpPr>
          <a:xfrm>
            <a:off x="485001" y="2999984"/>
            <a:ext cx="2089097" cy="1216347"/>
            <a:chOff x="485001" y="2999984"/>
            <a:chExt cx="2089097" cy="121634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F037923-7F00-4892-BE1B-723B3613BFE3}"/>
                </a:ext>
              </a:extLst>
            </p:cNvPr>
            <p:cNvSpPr txBox="1"/>
            <p:nvPr/>
          </p:nvSpPr>
          <p:spPr>
            <a:xfrm>
              <a:off x="485001" y="3216057"/>
              <a:ext cx="2089097" cy="100027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dirty="0" err="1"/>
                <a:t>uncachedstore</a:t>
              </a:r>
              <a:r>
                <a:rPr lang="en-US" dirty="0"/>
                <a:t>  </a:t>
              </a:r>
            </a:p>
            <a:p>
              <a:pPr>
                <a:buNone/>
              </a:pPr>
              <a:r>
                <a:rPr lang="en-US" dirty="0"/>
                <a:t>0xF000_0004 </a:t>
              </a:r>
              <a:br>
                <a:rPr lang="en-US" dirty="0"/>
              </a:br>
              <a:r>
                <a:rPr lang="en-US" dirty="0"/>
                <a:t>0x5000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A2CE655-9C39-404F-90FF-CF9941A6F0BD}"/>
                </a:ext>
              </a:extLst>
            </p:cNvPr>
            <p:cNvCxnSpPr>
              <a:cxnSpLocks/>
              <a:stCxn id="3" idx="0"/>
            </p:cNvCxnSpPr>
            <p:nvPr/>
          </p:nvCxnSpPr>
          <p:spPr bwMode="auto">
            <a:xfrm flipV="1">
              <a:off x="1529550" y="2999984"/>
              <a:ext cx="0" cy="216073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8C40740-D39C-4EF9-88D6-14AEC19710F4}"/>
              </a:ext>
            </a:extLst>
          </p:cNvPr>
          <p:cNvSpPr txBox="1"/>
          <p:nvPr/>
        </p:nvSpPr>
        <p:spPr>
          <a:xfrm>
            <a:off x="6735866" y="2731300"/>
            <a:ext cx="2207336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ToSend:0x1000</a:t>
            </a:r>
          </a:p>
          <a:p>
            <a:pPr>
              <a:buNone/>
            </a:pPr>
            <a:r>
              <a:rPr lang="en-US" dirty="0"/>
              <a:t>Received:?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5A17AC-44D6-4A83-8934-4A949674DAF3}"/>
              </a:ext>
            </a:extLst>
          </p:cNvPr>
          <p:cNvSpPr txBox="1"/>
          <p:nvPr/>
        </p:nvSpPr>
        <p:spPr>
          <a:xfrm>
            <a:off x="8081756" y="3083542"/>
            <a:ext cx="11544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0x5000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92EBD9-A56C-431C-8927-A72861EB6C6A}"/>
              </a:ext>
            </a:extLst>
          </p:cNvPr>
          <p:cNvSpPr/>
          <p:nvPr/>
        </p:nvSpPr>
        <p:spPr bwMode="auto">
          <a:xfrm>
            <a:off x="1694863" y="2335152"/>
            <a:ext cx="817714" cy="15900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2D9B37-8508-48D3-8A13-A13E059A5017}"/>
              </a:ext>
            </a:extLst>
          </p:cNvPr>
          <p:cNvSpPr/>
          <p:nvPr/>
        </p:nvSpPr>
        <p:spPr bwMode="auto">
          <a:xfrm>
            <a:off x="1905000" y="4721728"/>
            <a:ext cx="817714" cy="15900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2A63B-3FE5-41B1-9637-27B39F95D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9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0.03959 C -0.00035 -0.06574 -0.00052 -0.0919 -0.0007 -0.11806 L 0.01284 -0.16829 L 0.05816 -0.17732 L 0.19982 -0.17014 L 0.2684 -0.16459 L 0.32656 -0.11065 L 0.31979 -0.06783 L 0.33403 0.00069 L 0.46007 0.01435 L 0.59288 0.02083 L 0.6533 0.02986 L 0.69097 0.10023 L 0.63611 0.11134 " pathEditMode="relative" ptsTypes="AAAAAAAAAAAAAA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Simplified journey of a received packet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CD8ADA-BD86-4391-91F0-D6BBCA9B5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9D972-3FEB-4863-8573-54BE88893B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7" b="25936"/>
          <a:stretch/>
        </p:blipFill>
        <p:spPr>
          <a:xfrm>
            <a:off x="614534" y="1613248"/>
            <a:ext cx="7914931" cy="37014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EB5E0F-74CB-4191-B400-02EC744DCF00}"/>
              </a:ext>
            </a:extLst>
          </p:cNvPr>
          <p:cNvSpPr/>
          <p:nvPr/>
        </p:nvSpPr>
        <p:spPr bwMode="auto">
          <a:xfrm>
            <a:off x="5467611" y="4659682"/>
            <a:ext cx="1578280" cy="203234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B06A48-263C-4D62-B7C7-809E79484E5E}"/>
              </a:ext>
            </a:extLst>
          </p:cNvPr>
          <p:cNvSpPr/>
          <p:nvPr/>
        </p:nvSpPr>
        <p:spPr bwMode="auto">
          <a:xfrm>
            <a:off x="5467610" y="5314689"/>
            <a:ext cx="1578280" cy="386219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ToSend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F7202-13AE-47FB-977B-6134232181E0}"/>
              </a:ext>
            </a:extLst>
          </p:cNvPr>
          <p:cNvSpPr/>
          <p:nvPr/>
        </p:nvSpPr>
        <p:spPr bwMode="auto">
          <a:xfrm>
            <a:off x="5467610" y="5910197"/>
            <a:ext cx="1578280" cy="32463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Received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976AD1-63AB-4A79-978C-FB53412EFF69}"/>
              </a:ext>
            </a:extLst>
          </p:cNvPr>
          <p:cNvSpPr txBox="1"/>
          <p:nvPr/>
        </p:nvSpPr>
        <p:spPr>
          <a:xfrm>
            <a:off x="4353456" y="5099055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0x1000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48B85-1588-4155-ACCE-1C39075B7A38}"/>
              </a:ext>
            </a:extLst>
          </p:cNvPr>
          <p:cNvSpPr txBox="1"/>
          <p:nvPr/>
        </p:nvSpPr>
        <p:spPr>
          <a:xfrm>
            <a:off x="4353457" y="5801209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0x5000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8D537-BDC2-4F37-983D-7AEB89C619FC}"/>
              </a:ext>
            </a:extLst>
          </p:cNvPr>
          <p:cNvSpPr txBox="1"/>
          <p:nvPr/>
        </p:nvSpPr>
        <p:spPr>
          <a:xfrm>
            <a:off x="6735866" y="2731300"/>
            <a:ext cx="2413931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ToSend:0x1000</a:t>
            </a:r>
          </a:p>
          <a:p>
            <a:pPr>
              <a:buNone/>
            </a:pPr>
            <a:r>
              <a:rPr lang="en-US" dirty="0"/>
              <a:t>Received:0x5000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7198C39-9F1B-4A38-8343-720E9D212E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7991819" y="3853227"/>
            <a:ext cx="657860" cy="68745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A0A88CA-A5EF-4553-857F-3817E85DAA35}"/>
              </a:ext>
            </a:extLst>
          </p:cNvPr>
          <p:cNvSpPr/>
          <p:nvPr/>
        </p:nvSpPr>
        <p:spPr bwMode="auto">
          <a:xfrm>
            <a:off x="1694863" y="2335152"/>
            <a:ext cx="817714" cy="15900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3E65E9-3DB9-43E0-BC56-479DE009F69D}"/>
              </a:ext>
            </a:extLst>
          </p:cNvPr>
          <p:cNvSpPr/>
          <p:nvPr/>
        </p:nvSpPr>
        <p:spPr bwMode="auto">
          <a:xfrm>
            <a:off x="1840119" y="4733071"/>
            <a:ext cx="817714" cy="15900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8C937B-04F0-4882-9EB8-1716F0305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5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-0.00278 L -0.00174 -0.00278 C -0.00365 -0.00579 -0.00521 -0.00926 -0.0073 -0.01181 C -0.00799 -0.01274 -0.00921 -0.01227 -0.01007 -0.01274 C -0.01112 -0.01343 -0.01181 -0.01482 -0.01285 -0.01551 C -0.01389 -0.01644 -0.01511 -0.01667 -0.01615 -0.01737 C -0.01754 -0.01899 -0.01893 -0.02061 -0.02032 -0.022 C -0.02136 -0.02292 -0.02275 -0.02362 -0.02379 -0.02477 C -0.02483 -0.0257 -0.02535 -0.02732 -0.02639 -0.02825 C -0.03681 -0.0382 -0.01927 -0.01899 -0.03056 -0.03102 C -0.03351 -0.03426 -0.03629 -0.03797 -0.03941 -0.04121 C -0.04046 -0.04213 -0.04115 -0.04306 -0.04219 -0.04375 C -0.04289 -0.04445 -0.04358 -0.04445 -0.04427 -0.04468 C -0.04549 -0.04537 -0.04653 -0.04584 -0.04775 -0.04653 C -0.05174 -0.04931 -0.05035 -0.04908 -0.05382 -0.05209 C -0.05556 -0.05371 -0.05799 -0.05556 -0.06007 -0.05672 C -0.06233 -0.05787 -0.06528 -0.05926 -0.06754 -0.06019 C -0.06841 -0.06065 -0.06945 -0.06065 -0.07032 -0.06112 C -0.07344 -0.06297 -0.07639 -0.06621 -0.07987 -0.06667 C -0.09184 -0.06875 -0.08351 -0.06737 -0.10521 -0.06945 C -0.1125 -0.07338 -0.10487 -0.06968 -0.11754 -0.07223 C -0.12101 -0.07292 -0.12431 -0.07408 -0.12778 -0.075 C -0.12987 -0.07547 -0.13195 -0.07547 -0.13386 -0.07593 C -0.13559 -0.07616 -0.13716 -0.07639 -0.13872 -0.07662 L -0.17778 -0.07593 C -0.18073 -0.0757 -0.18368 -0.07547 -0.18664 -0.075 C -0.18733 -0.07477 -0.18802 -0.07431 -0.18872 -0.07408 C -0.19046 -0.07315 -0.19237 -0.07176 -0.1941 -0.0713 C -0.19618 -0.07061 -0.19827 -0.07061 -0.20035 -0.07037 C -0.20191 -0.06922 -0.20365 -0.06829 -0.20521 -0.06667 C -0.20608 -0.06575 -0.20625 -0.06389 -0.20712 -0.06297 C -0.20903 -0.06112 -0.21129 -0.05996 -0.21337 -0.05857 C -0.21407 -0.05579 -0.21459 -0.05301 -0.21546 -0.05024 C -0.21719 -0.04445 -0.2165 -0.04723 -0.21737 -0.04213 C -0.21493 -0.03635 -0.21546 -0.03797 -0.21337 -0.03102 C -0.21268 -0.02871 -0.21216 -0.02616 -0.21129 -0.02385 C -0.21059 -0.02176 -0.20955 -0.02014 -0.20851 -0.01829 C -0.20834 -0.01621 -0.20834 -0.01389 -0.20782 -0.01181 C -0.2073 -0.00926 -0.20625 -0.00672 -0.20521 -0.00463 C -0.20452 -0.00325 -0.2033 -0.00278 -0.20243 -0.00186 C -0.19914 0.00185 -0.19549 0.00486 -0.19289 0.00902 C -0.1915 0.01134 -0.19028 0.01365 -0.18872 0.0155 C -0.1882 0.0162 -0.17865 0.02662 -0.17639 0.02916 C -0.17292 0.0331 -0.16997 0.0368 -0.16615 0.04027 C -0.16407 0.04189 -0.16181 0.04305 -0.1599 0.04467 C -0.15816 0.04629 -0.15695 0.04884 -0.15521 0.05023 C -0.13177 0.06666 -0.16684 0.03634 -0.1408 0.05833 C -0.13125 0.06643 -0.1349 0.06504 -0.1257 0.07407 C -0.11823 0.08125 -0.1165 0.08032 -0.10938 0.08958 C -0.10573 0.09398 -0.10278 0.09907 -0.09966 0.10416 C -0.08855 0.12314 -0.09532 0.11435 -0.08542 0.13518 C -0.08212 0.14189 -0.07778 0.14745 -0.075 0.15439 C -0.06372 0.18263 -0.06789 0.16967 -0.06146 0.19282 C -0.06094 0.19768 -0.06059 0.20254 -0.06007 0.2074 C -0.05938 0.21273 -0.05834 0.21828 -0.05799 0.22384 C -0.05747 0.22916 -0.05747 0.23472 -0.0573 0.24027 C -0.05851 0.25879 -0.05712 0.24351 -0.06007 0.26296 C -0.06025 0.26504 -0.06007 0.26736 -0.06077 0.26944 C -0.06129 0.27152 -0.0625 0.27314 -0.06337 0.275 C -0.06511 0.27777 -0.07205 0.28472 -0.0724 0.28495 C -0.07396 0.28657 -0.07535 0.28842 -0.07709 0.28958 C -0.07865 0.29027 -0.08039 0.29004 -0.08195 0.2905 C -0.08664 0.29166 -0.08959 0.29282 -0.09427 0.29328 C -0.1007 0.29375 -0.10695 0.29375 -0.11337 0.29421 C -0.11598 0.29467 -0.11841 0.29583 -0.12101 0.29583 C -0.12327 0.29606 -0.12552 0.29537 -0.12778 0.2949 C -0.14323 0.29305 -0.1283 0.29537 -0.14757 0.29236 C -0.14862 0.29189 -0.14948 0.29166 -0.15035 0.29143 C -0.15261 0.29074 -0.1573 0.28958 -0.1573 0.28958 C -0.16129 0.28425 -0.15747 0.28796 -0.16615 0.28588 C -0.16754 0.28541 -0.16893 0.28495 -0.17014 0.28402 C -0.17362 0.28217 -0.17118 0.28217 -0.17292 0.28217 L -0.17292 0.28217 " pathEditMode="relative" ptsTypes="AAAAAAAAAAAAAAAA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4530-C04D-45EE-9C2C-3449DC19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NIC-CPU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482C-DE30-4BC2-BBEC-DB0F160C7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7772400" cy="4114800"/>
          </a:xfrm>
        </p:spPr>
        <p:txBody>
          <a:bodyPr/>
          <a:lstStyle/>
          <a:p>
            <a:r>
              <a:rPr lang="en-US" dirty="0" err="1"/>
              <a:t>ToSend</a:t>
            </a:r>
            <a:r>
              <a:rPr lang="en-US" dirty="0"/>
              <a:t> and Receive are in-mem circular buffers:</a:t>
            </a:r>
          </a:p>
          <a:p>
            <a:pPr lvl="1"/>
            <a:r>
              <a:rPr lang="en-US" dirty="0"/>
              <a:t>CPU push into </a:t>
            </a:r>
            <a:r>
              <a:rPr lang="en-US" dirty="0" err="1"/>
              <a:t>ToSend</a:t>
            </a:r>
            <a:r>
              <a:rPr lang="en-US" dirty="0"/>
              <a:t> and pull from Received</a:t>
            </a:r>
          </a:p>
          <a:p>
            <a:pPr lvl="1"/>
            <a:r>
              <a:rPr lang="en-US" dirty="0"/>
              <a:t>NIC push into Received and pull from </a:t>
            </a:r>
            <a:r>
              <a:rPr lang="en-US" dirty="0" err="1"/>
              <a:t>ToSend</a:t>
            </a:r>
            <a:r>
              <a:rPr lang="en-US" dirty="0"/>
              <a:t> </a:t>
            </a:r>
          </a:p>
          <a:p>
            <a:r>
              <a:rPr lang="en-US" dirty="0"/>
              <a:t>The NIC, once configured, operate independently of the core</a:t>
            </a:r>
          </a:p>
          <a:p>
            <a:r>
              <a:rPr lang="en-US" u="sng" dirty="0"/>
              <a:t>The NIC performs computations – network cost little CPU compute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0D988-2836-4BE1-8ADD-70B888AFD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2938B-ADCE-405B-B0AE-B6088C5B2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2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7005-3A91-45CC-8F3F-AB1131BD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Arrivals and departures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F80C8-DDDE-4E16-A249-836CA0BE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11300"/>
            <a:ext cx="8305800" cy="4114800"/>
          </a:xfrm>
        </p:spPr>
        <p:txBody>
          <a:bodyPr/>
          <a:lstStyle/>
          <a:p>
            <a:r>
              <a:rPr lang="en-US" dirty="0"/>
              <a:t>How does NIC know when something should be sent</a:t>
            </a:r>
          </a:p>
          <a:p>
            <a:r>
              <a:rPr lang="en-US" dirty="0"/>
              <a:t>How does CPU know when something arrived</a:t>
            </a:r>
          </a:p>
          <a:p>
            <a:r>
              <a:rPr lang="en-US" dirty="0"/>
              <a:t>Two solutions:</a:t>
            </a:r>
          </a:p>
          <a:p>
            <a:pPr lvl="1"/>
            <a:r>
              <a:rPr lang="en-US" dirty="0"/>
              <a:t>Active polling – check every 1ms</a:t>
            </a:r>
          </a:p>
          <a:p>
            <a:pPr lvl="1"/>
            <a:r>
              <a:rPr lang="en-US" dirty="0"/>
              <a:t>Doorbell mechanism: </a:t>
            </a:r>
          </a:p>
          <a:p>
            <a:pPr lvl="2"/>
            <a:r>
              <a:rPr lang="en-US" dirty="0"/>
              <a:t>CPU -&gt; NIC: store to special location</a:t>
            </a:r>
          </a:p>
          <a:p>
            <a:pPr lvl="2"/>
            <a:r>
              <a:rPr lang="en-US" dirty="0"/>
              <a:t>NIC -&gt; CPU: Interrupts</a:t>
            </a:r>
          </a:p>
          <a:p>
            <a:pPr lvl="2"/>
            <a:r>
              <a:rPr lang="en-US" u="sng" dirty="0"/>
              <a:t>Note the apparent asymmetry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49F85-2D92-4933-B659-BF8F4435F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53B4A-2A5F-40B9-8643-D424D31C7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6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844E-4681-46DE-BD0C-8C07E188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MMIO vs Shared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ED3F-7891-4B60-A25B-CF6FD8A1C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4950"/>
            <a:ext cx="7772400" cy="4114800"/>
          </a:xfrm>
        </p:spPr>
        <p:txBody>
          <a:bodyPr/>
          <a:lstStyle/>
          <a:p>
            <a:r>
              <a:rPr lang="en-US" dirty="0"/>
              <a:t>Through MMIO the processor sends </a:t>
            </a:r>
            <a:r>
              <a:rPr lang="en-US" u="sng" dirty="0"/>
              <a:t>commands</a:t>
            </a:r>
            <a:r>
              <a:rPr lang="en-US" dirty="0"/>
              <a:t> and </a:t>
            </a:r>
            <a:r>
              <a:rPr lang="en-US" u="sng" dirty="0"/>
              <a:t>pointers</a:t>
            </a:r>
          </a:p>
          <a:p>
            <a:r>
              <a:rPr lang="en-US" dirty="0"/>
              <a:t>The data is not sent directly through MMIO, but through shared memory</a:t>
            </a:r>
          </a:p>
          <a:p>
            <a:r>
              <a:rPr lang="en-US" dirty="0"/>
              <a:t>Why MMIO to NIC must be </a:t>
            </a:r>
            <a:r>
              <a:rPr lang="en-US" dirty="0" err="1"/>
              <a:t>uncached</a:t>
            </a:r>
            <a:r>
              <a:rPr lang="en-US" dirty="0"/>
              <a:t>?</a:t>
            </a:r>
          </a:p>
          <a:p>
            <a:r>
              <a:rPr lang="en-US" dirty="0"/>
              <a:t>Why stores to </a:t>
            </a:r>
            <a:r>
              <a:rPr lang="en-US" dirty="0" err="1">
                <a:latin typeface="Consolas" panose="020B0609020204030204" pitchFamily="49" charset="0"/>
              </a:rPr>
              <a:t>ToSend</a:t>
            </a:r>
            <a:r>
              <a:rPr lang="en-US" dirty="0"/>
              <a:t> must be </a:t>
            </a:r>
            <a:r>
              <a:rPr lang="en-US" dirty="0" err="1"/>
              <a:t>uncached</a:t>
            </a:r>
            <a:r>
              <a:rPr lang="en-US" dirty="0"/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ACAD1-C1BB-4AE7-AE0C-B8EECD639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5965E-2CC6-43E0-A7D9-C36F8B1FC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66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picture for our world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CD8ADA-BD86-4391-91F0-D6BBCA9B5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9967C4-CA19-4BF8-A356-24B27170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7772400" cy="4114800"/>
          </a:xfrm>
        </p:spPr>
        <p:txBody>
          <a:bodyPr/>
          <a:lstStyle/>
          <a:p>
            <a:r>
              <a:rPr lang="en-US" dirty="0"/>
              <a:t>So far: single bus for MMIO/mem</a:t>
            </a:r>
          </a:p>
          <a:p>
            <a:r>
              <a:rPr lang="en-US" dirty="0"/>
              <a:t>Our world is simpler thanks to a different architecture: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F4904BA3-AF4D-4F51-B6E8-8FEADC85DE2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35"/>
          <a:stretch/>
        </p:blipFill>
        <p:spPr bwMode="auto">
          <a:xfrm>
            <a:off x="2284956" y="3038227"/>
            <a:ext cx="4809994" cy="3819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9F5D36-7745-4742-A0B5-0CD164747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707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EB2A-DF7B-4DCE-AE1B-61DD4EE2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“</a:t>
            </a:r>
            <a:r>
              <a:rPr lang="en-US" dirty="0">
                <a:solidFill>
                  <a:srgbClr val="92D050"/>
                </a:solidFill>
              </a:rPr>
              <a:t>IO controller</a:t>
            </a:r>
            <a:r>
              <a:rPr lang="en-US" dirty="0"/>
              <a:t>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FC35-3027-495E-907B-43220A910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044" y="1585586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 let req &lt;- </a:t>
            </a:r>
            <a:r>
              <a:rPr lang="en-US" sz="1800" dirty="0" err="1"/>
              <a:t>rv_core.getMMIOReq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 if (</a:t>
            </a:r>
            <a:r>
              <a:rPr lang="en-US" sz="1800" dirty="0" err="1"/>
              <a:t>req.byte_en</a:t>
            </a:r>
            <a:r>
              <a:rPr lang="en-US" sz="1800" dirty="0"/>
              <a:t> == 'hf) begin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if (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</a:rPr>
              <a:t>req.addr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== 'hf000_fff4) begin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       $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</a:rPr>
              <a:t>fwrite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(stderr, "%0d", 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</a:rPr>
              <a:t>req.data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); $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</a:rPr>
              <a:t>fflush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(stderr);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    end</a:t>
            </a:r>
            <a:r>
              <a:rPr lang="en-US" sz="1800" dirty="0"/>
              <a:t>        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if (</a:t>
            </a:r>
            <a:r>
              <a:rPr lang="en-US" sz="18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req.addr</a:t>
            </a: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==  'hf000_fff0) begin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     $</a:t>
            </a:r>
            <a:r>
              <a:rPr lang="en-US" sz="18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fwrite</a:t>
            </a: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(stderr, "%c", </a:t>
            </a:r>
            <a:r>
              <a:rPr lang="en-US" sz="18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req.data</a:t>
            </a: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[7:0]); $</a:t>
            </a:r>
            <a:r>
              <a:rPr lang="en-US" sz="18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fflush</a:t>
            </a: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(stderr);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 end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C000"/>
                </a:solidFill>
              </a:rPr>
              <a:t>    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if (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req.addr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== 'hf000_fff8) begin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          if (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req.data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== 0) $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fdisplay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(stderr, "  PASS");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          else $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fdisplay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(stderr, " FAIL (%0d)", 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req.data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          $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</a:rPr>
              <a:t>fflush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(stderr);  $finish;          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   end</a:t>
            </a:r>
          </a:p>
          <a:p>
            <a:pPr marL="0" indent="0">
              <a:buNone/>
            </a:pPr>
            <a:r>
              <a:rPr lang="en-US" sz="1800" dirty="0"/>
              <a:t>end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EC3C8-D91C-48EF-95D2-1049C2C45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A0396-36F1-4EDB-BA80-F4198A8429B4}"/>
              </a:ext>
            </a:extLst>
          </p:cNvPr>
          <p:cNvSpPr txBox="1"/>
          <p:nvPr/>
        </p:nvSpPr>
        <p:spPr>
          <a:xfrm>
            <a:off x="1732364" y="2816278"/>
            <a:ext cx="5506636" cy="178510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This code can be extended to push req </a:t>
            </a:r>
          </a:p>
          <a:p>
            <a:r>
              <a:rPr lang="en-US" dirty="0"/>
              <a:t>in the queue corresponding to the NIC</a:t>
            </a:r>
          </a:p>
          <a:p>
            <a:r>
              <a:rPr lang="en-US" dirty="0"/>
              <a:t>or your favorite accelerator!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D9B47-5E9D-4B4D-9D2A-A85708C56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12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982BFB-5C4E-4EAA-B5A6-511996C1B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752600"/>
            <a:ext cx="8343900" cy="1143000"/>
          </a:xfrm>
        </p:spPr>
        <p:txBody>
          <a:bodyPr/>
          <a:lstStyle/>
          <a:p>
            <a:r>
              <a:rPr lang="en-US" dirty="0"/>
              <a:t>Case study 3 - Matrix multiply (pseudo-</a:t>
            </a:r>
            <a:r>
              <a:rPr lang="en-US" dirty="0" err="1"/>
              <a:t>gemmini</a:t>
            </a:r>
            <a:r>
              <a:rPr lang="en-US" dirty="0"/>
              <a:t>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3BC0935-7777-45C5-8164-8934815565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(another) memory-to-memory accelerator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79E85-4AF8-45D3-B8B4-EFF81E51CE72}"/>
              </a:ext>
            </a:extLst>
          </p:cNvPr>
          <p:cNvSpPr>
            <a:spLocks noGrp="1"/>
          </p:cNvSpPr>
          <p:nvPr>
            <p:ph type="dt" sz="quarter" idx="2"/>
          </p:nvPr>
        </p:nvSpPr>
        <p:spPr>
          <a:xfrm>
            <a:off x="47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E4DA0B-59BC-4747-A123-27BD399F5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274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Matrix Multiply– The </a:t>
            </a:r>
            <a:r>
              <a:rPr lang="en-US" dirty="0" err="1"/>
              <a:t>Gemmini</a:t>
            </a:r>
            <a:r>
              <a:rPr lang="en-US" dirty="0"/>
              <a:t> accelerators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97F1DF-FC45-4017-82E1-570E64091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627094"/>
            <a:ext cx="7184346" cy="41148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794184-7FB9-4D12-ABD2-B2D2829D92F4}"/>
              </a:ext>
            </a:extLst>
          </p:cNvPr>
          <p:cNvSpPr txBox="1"/>
          <p:nvPr/>
        </p:nvSpPr>
        <p:spPr>
          <a:xfrm>
            <a:off x="209530" y="5741894"/>
            <a:ext cx="8572540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Source:</a:t>
            </a:r>
          </a:p>
          <a:p>
            <a:pPr algn="ctr"/>
            <a:r>
              <a:rPr lang="en-US" dirty="0"/>
              <a:t> </a:t>
            </a:r>
            <a:r>
              <a:rPr lang="en-US" dirty="0">
                <a:hlinkClick r:id="rId4"/>
              </a:rPr>
              <a:t>GitHub - </a:t>
            </a:r>
            <a:r>
              <a:rPr lang="en-US" dirty="0" err="1">
                <a:hlinkClick r:id="rId4"/>
              </a:rPr>
              <a:t>ucb</a:t>
            </a:r>
            <a:r>
              <a:rPr lang="en-US" dirty="0">
                <a:hlinkClick r:id="rId4"/>
              </a:rPr>
              <a:t>-bar/</a:t>
            </a:r>
            <a:r>
              <a:rPr lang="en-US" dirty="0" err="1">
                <a:hlinkClick r:id="rId4"/>
              </a:rPr>
              <a:t>gemmini</a:t>
            </a:r>
            <a:r>
              <a:rPr lang="en-US" dirty="0">
                <a:hlinkClick r:id="rId4"/>
              </a:rPr>
              <a:t>: Berkeley's Spatial Array Generator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0F4696B-7ECB-4E64-8D86-AD61ED3AF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C11A5-150C-48E7-9C8F-B3B80C872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061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5F51-D3AF-4162-B7D0-39AFF8D0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commands for </a:t>
            </a:r>
            <a:r>
              <a:rPr lang="en-US" dirty="0" err="1"/>
              <a:t>Gemmini</a:t>
            </a:r>
            <a:r>
              <a:rPr lang="en-US" dirty="0"/>
              <a:t>-like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3A1A0-B9AD-455C-89B1-9F4941548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8600"/>
            <a:ext cx="8135471" cy="4114800"/>
          </a:xfrm>
        </p:spPr>
        <p:txBody>
          <a:bodyPr/>
          <a:lstStyle/>
          <a:p>
            <a:r>
              <a:rPr lang="en-US" dirty="0"/>
              <a:t>Let’s define accelerator instructions (not processor instructions!)</a:t>
            </a:r>
          </a:p>
          <a:p>
            <a:pPr lvl="1"/>
            <a:r>
              <a:rPr lang="en-US" dirty="0"/>
              <a:t>“</a:t>
            </a:r>
            <a:r>
              <a:rPr lang="en-US" dirty="0" err="1">
                <a:latin typeface="Consolas" panose="020B0609020204030204" pitchFamily="49" charset="0"/>
              </a:rPr>
              <a:t>mvin</a:t>
            </a:r>
            <a:r>
              <a:rPr lang="en-US" dirty="0">
                <a:latin typeface="Consolas" panose="020B0609020204030204" pitchFamily="49" charset="0"/>
              </a:rPr>
              <a:t> a </a:t>
            </a:r>
            <a:r>
              <a:rPr lang="en-US" dirty="0" err="1">
                <a:latin typeface="Consolas" panose="020B0609020204030204" pitchFamily="49" charset="0"/>
              </a:rPr>
              <a:t>sbase</a:t>
            </a:r>
            <a:r>
              <a:rPr lang="en-US" dirty="0">
                <a:latin typeface="Consolas" panose="020B0609020204030204" pitchFamily="49" charset="0"/>
              </a:rPr>
              <a:t> length</a:t>
            </a:r>
            <a:r>
              <a:rPr lang="en-US" dirty="0"/>
              <a:t>”</a:t>
            </a:r>
          </a:p>
          <a:p>
            <a:pPr marL="914400" lvl="2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for (0 &lt;= i &lt; length)</a:t>
            </a:r>
          </a:p>
          <a:p>
            <a:pPr marL="1371600" lvl="3" indent="0">
              <a:buNone/>
            </a:pPr>
            <a:r>
              <a:rPr lang="en-US" dirty="0">
                <a:latin typeface="Consolas" panose="020B0609020204030204" pitchFamily="49" charset="0"/>
              </a:rPr>
              <a:t>scratchpad[</a:t>
            </a:r>
            <a:r>
              <a:rPr lang="en-US" dirty="0" err="1">
                <a:latin typeface="Consolas" panose="020B0609020204030204" pitchFamily="49" charset="0"/>
              </a:rPr>
              <a:t>sbase+i</a:t>
            </a:r>
            <a:r>
              <a:rPr lang="en-US" dirty="0">
                <a:latin typeface="Consolas" panose="020B0609020204030204" pitchFamily="49" charset="0"/>
              </a:rPr>
              <a:t>] &lt;= mem[</a:t>
            </a:r>
            <a:r>
              <a:rPr lang="en-US" dirty="0" err="1">
                <a:latin typeface="Consolas" panose="020B0609020204030204" pitchFamily="49" charset="0"/>
              </a:rPr>
              <a:t>a+i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 lvl="1"/>
            <a:r>
              <a:rPr lang="en-US" dirty="0"/>
              <a:t>“</a:t>
            </a:r>
            <a:r>
              <a:rPr lang="en-US" dirty="0" err="1">
                <a:latin typeface="Consolas" panose="020B0609020204030204" pitchFamily="49" charset="0"/>
              </a:rPr>
              <a:t>mvout</a:t>
            </a:r>
            <a:r>
              <a:rPr lang="en-US" dirty="0">
                <a:latin typeface="Consolas" panose="020B0609020204030204" pitchFamily="49" charset="0"/>
              </a:rPr>
              <a:t> a </a:t>
            </a:r>
            <a:r>
              <a:rPr lang="en-US" dirty="0" err="1">
                <a:latin typeface="Consolas" panose="020B0609020204030204" pitchFamily="49" charset="0"/>
              </a:rPr>
              <a:t>sbase</a:t>
            </a:r>
            <a:r>
              <a:rPr lang="en-US" dirty="0">
                <a:latin typeface="Consolas" panose="020B0609020204030204" pitchFamily="49" charset="0"/>
              </a:rPr>
              <a:t> length</a:t>
            </a:r>
            <a:r>
              <a:rPr lang="en-US" dirty="0"/>
              <a:t>”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“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matmul.compute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A B C D</a:t>
            </a:r>
            <a:r>
              <a:rPr lang="en-US" dirty="0">
                <a:solidFill>
                  <a:srgbClr val="FFC000"/>
                </a:solidFill>
              </a:rPr>
              <a:t>“</a:t>
            </a:r>
            <a:endParaRPr lang="en-US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C = A * B + D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25DE7-1B7C-41A9-8D8B-BFE9C3A3A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D53FB3-A6A7-468A-ABD2-2D71F6D1FCD7}"/>
              </a:ext>
            </a:extLst>
          </p:cNvPr>
          <p:cNvSpPr txBox="1"/>
          <p:nvPr/>
        </p:nvSpPr>
        <p:spPr>
          <a:xfrm>
            <a:off x="1693635" y="2613392"/>
            <a:ext cx="6375401" cy="163121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We liberally simplified: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1. Mv are fancier because matrix are 2 dimensional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2. Compute is decomposed into multiple instructions for flexibility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77119-1976-4B54-BA7D-27934654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Matrix Multiply– The </a:t>
            </a:r>
            <a:r>
              <a:rPr lang="en-US" dirty="0" err="1"/>
              <a:t>Gemmini</a:t>
            </a:r>
            <a:r>
              <a:rPr lang="en-US" dirty="0"/>
              <a:t> accelerators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97F1DF-FC45-4017-82E1-570E64091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7" y="1627094"/>
            <a:ext cx="7184346" cy="41148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794184-7FB9-4D12-ABD2-B2D2829D92F4}"/>
              </a:ext>
            </a:extLst>
          </p:cNvPr>
          <p:cNvSpPr txBox="1"/>
          <p:nvPr/>
        </p:nvSpPr>
        <p:spPr>
          <a:xfrm>
            <a:off x="209530" y="5741894"/>
            <a:ext cx="8572540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Source:</a:t>
            </a:r>
          </a:p>
          <a:p>
            <a:pPr algn="ctr"/>
            <a:r>
              <a:rPr lang="en-US" dirty="0"/>
              <a:t> </a:t>
            </a:r>
            <a:r>
              <a:rPr lang="en-US" dirty="0">
                <a:hlinkClick r:id="rId3"/>
              </a:rPr>
              <a:t>GitHub - </a:t>
            </a:r>
            <a:r>
              <a:rPr lang="en-US" dirty="0" err="1">
                <a:hlinkClick r:id="rId3"/>
              </a:rPr>
              <a:t>ucb</a:t>
            </a:r>
            <a:r>
              <a:rPr lang="en-US" dirty="0">
                <a:hlinkClick r:id="rId3"/>
              </a:rPr>
              <a:t>-bar/</a:t>
            </a:r>
            <a:r>
              <a:rPr lang="en-US" dirty="0" err="1">
                <a:hlinkClick r:id="rId3"/>
              </a:rPr>
              <a:t>gemmini</a:t>
            </a:r>
            <a:r>
              <a:rPr lang="en-US" dirty="0">
                <a:hlinkClick r:id="rId3"/>
              </a:rPr>
              <a:t>: Berkeley's Spatial Array Generator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0F4696B-7ECB-4E64-8D86-AD61ED3AF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B8398A-F319-4299-ADE8-B34935926B7E}"/>
              </a:ext>
            </a:extLst>
          </p:cNvPr>
          <p:cNvSpPr/>
          <p:nvPr/>
        </p:nvSpPr>
        <p:spPr bwMode="auto">
          <a:xfrm>
            <a:off x="2673350" y="2400300"/>
            <a:ext cx="1435100" cy="82550"/>
          </a:xfrm>
          <a:custGeom>
            <a:avLst/>
            <a:gdLst>
              <a:gd name="connsiteX0" fmla="*/ 0 w 1435100"/>
              <a:gd name="connsiteY0" fmla="*/ 82550 h 82550"/>
              <a:gd name="connsiteX1" fmla="*/ 444500 w 1435100"/>
              <a:gd name="connsiteY1" fmla="*/ 19050 h 82550"/>
              <a:gd name="connsiteX2" fmla="*/ 920750 w 1435100"/>
              <a:gd name="connsiteY2" fmla="*/ 0 h 82550"/>
              <a:gd name="connsiteX3" fmla="*/ 1270000 w 1435100"/>
              <a:gd name="connsiteY3" fmla="*/ 19050 h 82550"/>
              <a:gd name="connsiteX4" fmla="*/ 1371600 w 1435100"/>
              <a:gd name="connsiteY4" fmla="*/ 31750 h 82550"/>
              <a:gd name="connsiteX5" fmla="*/ 1435100 w 1435100"/>
              <a:gd name="connsiteY5" fmla="*/ 44450 h 8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5100" h="82550">
                <a:moveTo>
                  <a:pt x="0" y="82550"/>
                </a:moveTo>
                <a:cubicBezTo>
                  <a:pt x="76941" y="70713"/>
                  <a:pt x="351841" y="26365"/>
                  <a:pt x="444500" y="19050"/>
                </a:cubicBezTo>
                <a:cubicBezTo>
                  <a:pt x="529567" y="12334"/>
                  <a:pt x="810987" y="3659"/>
                  <a:pt x="920750" y="0"/>
                </a:cubicBezTo>
                <a:lnTo>
                  <a:pt x="1270000" y="19050"/>
                </a:lnTo>
                <a:cubicBezTo>
                  <a:pt x="1304046" y="21448"/>
                  <a:pt x="1337898" y="26358"/>
                  <a:pt x="1371600" y="31750"/>
                </a:cubicBezTo>
                <a:cubicBezTo>
                  <a:pt x="1453845" y="44909"/>
                  <a:pt x="1406738" y="44450"/>
                  <a:pt x="1435100" y="4445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390985E-21B6-40B3-961C-CE3217C7689D}"/>
              </a:ext>
            </a:extLst>
          </p:cNvPr>
          <p:cNvSpPr/>
          <p:nvPr/>
        </p:nvSpPr>
        <p:spPr bwMode="auto">
          <a:xfrm>
            <a:off x="2578100" y="3232150"/>
            <a:ext cx="1454155" cy="933450"/>
          </a:xfrm>
          <a:custGeom>
            <a:avLst/>
            <a:gdLst>
              <a:gd name="connsiteX0" fmla="*/ 0 w 1454155"/>
              <a:gd name="connsiteY0" fmla="*/ 933450 h 933450"/>
              <a:gd name="connsiteX1" fmla="*/ 603250 w 1454155"/>
              <a:gd name="connsiteY1" fmla="*/ 641350 h 933450"/>
              <a:gd name="connsiteX2" fmla="*/ 1016000 w 1454155"/>
              <a:gd name="connsiteY2" fmla="*/ 457200 h 933450"/>
              <a:gd name="connsiteX3" fmla="*/ 1295400 w 1454155"/>
              <a:gd name="connsiteY3" fmla="*/ 234950 h 933450"/>
              <a:gd name="connsiteX4" fmla="*/ 1352550 w 1454155"/>
              <a:gd name="connsiteY4" fmla="*/ 190500 h 933450"/>
              <a:gd name="connsiteX5" fmla="*/ 1435100 w 1454155"/>
              <a:gd name="connsiteY5" fmla="*/ 88900 h 933450"/>
              <a:gd name="connsiteX6" fmla="*/ 1441450 w 1454155"/>
              <a:gd name="connsiteY6" fmla="*/ 44450 h 933450"/>
              <a:gd name="connsiteX7" fmla="*/ 1454150 w 1454155"/>
              <a:gd name="connsiteY7" fmla="*/ 0 h 93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4155" h="933450">
                <a:moveTo>
                  <a:pt x="0" y="933450"/>
                </a:moveTo>
                <a:cubicBezTo>
                  <a:pt x="194959" y="777483"/>
                  <a:pt x="34155" y="902032"/>
                  <a:pt x="603250" y="641350"/>
                </a:cubicBezTo>
                <a:cubicBezTo>
                  <a:pt x="740220" y="578609"/>
                  <a:pt x="892578" y="543595"/>
                  <a:pt x="1016000" y="457200"/>
                </a:cubicBezTo>
                <a:cubicBezTo>
                  <a:pt x="1349322" y="223875"/>
                  <a:pt x="1093034" y="419719"/>
                  <a:pt x="1295400" y="234950"/>
                </a:cubicBezTo>
                <a:cubicBezTo>
                  <a:pt x="1313222" y="218677"/>
                  <a:pt x="1334976" y="207040"/>
                  <a:pt x="1352550" y="190500"/>
                </a:cubicBezTo>
                <a:cubicBezTo>
                  <a:pt x="1390248" y="155020"/>
                  <a:pt x="1406537" y="128888"/>
                  <a:pt x="1435100" y="88900"/>
                </a:cubicBezTo>
                <a:cubicBezTo>
                  <a:pt x="1437217" y="74083"/>
                  <a:pt x="1438085" y="59034"/>
                  <a:pt x="1441450" y="44450"/>
                </a:cubicBezTo>
                <a:cubicBezTo>
                  <a:pt x="1454819" y="-13484"/>
                  <a:pt x="1454150" y="22555"/>
                  <a:pt x="1454150" y="0"/>
                </a:cubicBezTo>
              </a:path>
            </a:pathLst>
          </a:cu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23D1CC-F1DC-46DC-B52C-9EE0CB3622D5}"/>
              </a:ext>
            </a:extLst>
          </p:cNvPr>
          <p:cNvSpPr txBox="1"/>
          <p:nvPr/>
        </p:nvSpPr>
        <p:spPr>
          <a:xfrm>
            <a:off x="2959100" y="3874478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Data access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08306-93D1-4960-A952-78D91E0C92E3}"/>
              </a:ext>
            </a:extLst>
          </p:cNvPr>
          <p:cNvSpPr txBox="1"/>
          <p:nvPr/>
        </p:nvSpPr>
        <p:spPr>
          <a:xfrm>
            <a:off x="1924055" y="1471652"/>
            <a:ext cx="36215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Send </a:t>
            </a:r>
            <a:r>
              <a:rPr lang="en-US" dirty="0" err="1">
                <a:solidFill>
                  <a:srgbClr val="FF0000"/>
                </a:solidFill>
              </a:rPr>
              <a:t>gemmini</a:t>
            </a:r>
            <a:r>
              <a:rPr lang="en-US" dirty="0">
                <a:solidFill>
                  <a:srgbClr val="FF0000"/>
                </a:solidFill>
              </a:rPr>
              <a:t>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E7A6C1-A297-4E51-8D80-1820D0C8C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0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3520C-9DF5-4678-88D3-2E7952A9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Gemmini</a:t>
            </a:r>
            <a:r>
              <a:rPr lang="en-US" dirty="0"/>
              <a:t> accelerator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E443C-E99A-4537-809A-23DC0402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545106"/>
          </a:xfrm>
        </p:spPr>
        <p:txBody>
          <a:bodyPr/>
          <a:lstStyle/>
          <a:p>
            <a:r>
              <a:rPr lang="en-US" dirty="0"/>
              <a:t>Why decouple instruction between data movement and compute?</a:t>
            </a:r>
          </a:p>
          <a:p>
            <a:r>
              <a:rPr lang="en-US" dirty="0"/>
              <a:t>What are the key differences between:</a:t>
            </a:r>
          </a:p>
          <a:p>
            <a:pPr lvl="1"/>
            <a:r>
              <a:rPr lang="en-US" dirty="0"/>
              <a:t>Instructions for </a:t>
            </a:r>
            <a:r>
              <a:rPr lang="en-US" dirty="0" err="1"/>
              <a:t>Gemmini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ex: </a:t>
            </a:r>
            <a:r>
              <a:rPr lang="en-US" dirty="0" err="1">
                <a:latin typeface="Consolas" panose="020B0609020204030204" pitchFamily="49" charset="0"/>
              </a:rPr>
              <a:t>mvin</a:t>
            </a:r>
            <a:r>
              <a:rPr lang="en-US" dirty="0">
                <a:latin typeface="Consolas" panose="020B0609020204030204" pitchFamily="49" charset="0"/>
              </a:rPr>
              <a:t> a </a:t>
            </a:r>
            <a:r>
              <a:rPr lang="en-US" dirty="0" err="1">
                <a:latin typeface="Consolas" panose="020B0609020204030204" pitchFamily="49" charset="0"/>
              </a:rPr>
              <a:t>sbase</a:t>
            </a:r>
            <a:r>
              <a:rPr lang="en-US" dirty="0">
                <a:latin typeface="Consolas" panose="020B0609020204030204" pitchFamily="49" charset="0"/>
              </a:rPr>
              <a:t> length</a:t>
            </a:r>
            <a:endParaRPr lang="en-US" dirty="0"/>
          </a:p>
          <a:p>
            <a:pPr lvl="1"/>
            <a:r>
              <a:rPr lang="en-US" dirty="0"/>
              <a:t>Instructions for a RISC-V core</a:t>
            </a:r>
          </a:p>
          <a:p>
            <a:pPr lvl="2"/>
            <a:r>
              <a:rPr lang="en-US" dirty="0"/>
              <a:t>ex: </a:t>
            </a:r>
            <a:r>
              <a:rPr lang="en-US" dirty="0">
                <a:latin typeface="Consolas" panose="020B0609020204030204" pitchFamily="49" charset="0"/>
              </a:rPr>
              <a:t>add r1 r2 r3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AF252-0204-468D-A341-B945060EF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4076-D069-43A8-A3B0-7E2955C28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0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1DEE-E052-4591-82FD-B71FAD50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send a command from SW?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CCAF6-A822-40DD-B7B8-9281D8349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91" y="1384300"/>
            <a:ext cx="7924800" cy="5168900"/>
          </a:xfrm>
        </p:spPr>
        <p:txBody>
          <a:bodyPr/>
          <a:lstStyle/>
          <a:p>
            <a:r>
              <a:rPr lang="en-US" dirty="0"/>
              <a:t>Proposition 1: map accelerator into MMIO space (multiple addresses)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sw</a:t>
            </a:r>
            <a:r>
              <a:rPr lang="en-US" dirty="0">
                <a:latin typeface="Consolas" panose="020B0609020204030204" pitchFamily="49" charset="0"/>
              </a:rPr>
              <a:t> queue_arg1 r1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sw</a:t>
            </a:r>
            <a:r>
              <a:rPr lang="en-US" dirty="0">
                <a:latin typeface="Consolas" panose="020B0609020204030204" pitchFamily="49" charset="0"/>
              </a:rPr>
              <a:t> queue_arg2 r2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sw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queue_opcode</a:t>
            </a:r>
            <a:r>
              <a:rPr lang="en-US" dirty="0">
                <a:latin typeface="Consolas" panose="020B0609020204030204" pitchFamily="49" charset="0"/>
              </a:rPr>
              <a:t> r3</a:t>
            </a:r>
          </a:p>
          <a:p>
            <a:r>
              <a:rPr lang="en-US" dirty="0"/>
              <a:t>Proposition 2:Add new instructions that does all of this!</a:t>
            </a:r>
          </a:p>
          <a:p>
            <a:pPr lvl="2"/>
            <a:r>
              <a:rPr lang="en-US" dirty="0"/>
              <a:t>Read the 2 registers, push the values of those registers and the appropriate opcode directly to the accelerator queue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https://github.com/IBM/rocc-software/blob/954057f216a1900c4a0906021145737385876f7f/src/xcustom.h#L147</a:t>
            </a:r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3B010-DA5F-4712-92E9-17DD1A774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2E9E7-ED82-48D3-9226-2CD35E7A6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3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F211-0080-401B-9CC7-5F3ABD56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Dangerously confusing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78F86-2B21-48DC-96E4-AA2AF41B7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9164"/>
            <a:ext cx="8205593" cy="4114800"/>
          </a:xfrm>
        </p:spPr>
        <p:txBody>
          <a:bodyPr/>
          <a:lstStyle/>
          <a:p>
            <a:r>
              <a:rPr lang="en-US" dirty="0"/>
              <a:t>The new accelerator instructions:</a:t>
            </a:r>
            <a:endParaRPr lang="en-US" dirty="0">
              <a:solidFill>
                <a:srgbClr val="40458C"/>
              </a:solidFill>
            </a:endParaRPr>
          </a:p>
          <a:p>
            <a:pPr lvl="1"/>
            <a:r>
              <a:rPr lang="en-US" dirty="0"/>
              <a:t>Starts their life as new </a:t>
            </a:r>
            <a:r>
              <a:rPr lang="en-US" u="sng" dirty="0"/>
              <a:t>processor</a:t>
            </a:r>
            <a:r>
              <a:rPr lang="en-US" dirty="0"/>
              <a:t> instruction with opcode OP: </a:t>
            </a:r>
          </a:p>
          <a:p>
            <a:pPr lvl="1"/>
            <a:r>
              <a:rPr lang="en-US" dirty="0"/>
              <a:t>At decode time, read rs1, rs2: </a:t>
            </a:r>
            <a:r>
              <a:rPr lang="en-US" sz="2400" dirty="0"/>
              <a:t>(rv1,rv2)</a:t>
            </a:r>
          </a:p>
          <a:p>
            <a:pPr lvl="1"/>
            <a:r>
              <a:rPr lang="en-US" dirty="0"/>
              <a:t>At execute time, push the “</a:t>
            </a:r>
            <a:r>
              <a:rPr lang="en-US" dirty="0" err="1"/>
              <a:t>Gemmini</a:t>
            </a:r>
            <a:r>
              <a:rPr lang="en-US" dirty="0"/>
              <a:t>” instruction: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FFC000"/>
                </a:solidFill>
              </a:rPr>
              <a:t>“OP a </a:t>
            </a:r>
            <a:r>
              <a:rPr lang="en-US" dirty="0" err="1">
                <a:solidFill>
                  <a:srgbClr val="FFC000"/>
                </a:solidFill>
              </a:rPr>
              <a:t>sbase</a:t>
            </a:r>
            <a:r>
              <a:rPr lang="en-US" dirty="0">
                <a:solidFill>
                  <a:srgbClr val="FFC000"/>
                </a:solidFill>
              </a:rPr>
              <a:t> length” </a:t>
            </a:r>
          </a:p>
          <a:p>
            <a:pPr marL="1371600" lvl="3" indent="0">
              <a:buNone/>
            </a:pPr>
            <a:r>
              <a:rPr lang="en-US" dirty="0"/>
              <a:t>a = rv1, </a:t>
            </a:r>
            <a:r>
              <a:rPr lang="en-US" dirty="0" err="1"/>
              <a:t>sbase</a:t>
            </a:r>
            <a:r>
              <a:rPr lang="en-US" dirty="0"/>
              <a:t> = rv2[0:15], length=rv2[16:31]</a:t>
            </a:r>
          </a:p>
          <a:p>
            <a:pPr lvl="1"/>
            <a:r>
              <a:rPr lang="en-US" dirty="0"/>
              <a:t>Directly writeback (no destination register)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AFC86-8412-4CCE-BE2F-E01A8F969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7B5DF-1F9B-4C76-A134-2C28FCFCE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54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E73A-E284-4AE7-9316-8C543540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in BSV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322F75-3538-45AF-8F81-6377888FA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35"/>
          <a:stretch/>
        </p:blipFill>
        <p:spPr>
          <a:xfrm>
            <a:off x="1324579" y="1549633"/>
            <a:ext cx="5834045" cy="463300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0C3F0-0B95-48B7-A530-62B045D1A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DA49D-5C2F-4A19-8E2B-CC0DBB69B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00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BA01-3F57-477E-BFB6-318243A30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04800"/>
            <a:ext cx="9379907" cy="1143000"/>
          </a:xfrm>
        </p:spPr>
        <p:txBody>
          <a:bodyPr/>
          <a:lstStyle/>
          <a:p>
            <a:r>
              <a:rPr lang="en-US" dirty="0"/>
              <a:t>MMIO-style integration</a:t>
            </a:r>
            <a:br>
              <a:rPr lang="en-US" dirty="0"/>
            </a:br>
            <a:r>
              <a:rPr lang="en-US" dirty="0"/>
              <a:t>A pseudo-snippet </a:t>
            </a:r>
            <a:r>
              <a:rPr lang="en-US" sz="1800" dirty="0"/>
              <a:t>(in future </a:t>
            </a:r>
            <a:r>
              <a:rPr lang="en-US" sz="1800" dirty="0" err="1"/>
              <a:t>top_pipelined.bsv</a:t>
            </a:r>
            <a:r>
              <a:rPr lang="en-US" sz="1800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6D404-1A3D-4819-9A2F-F71EB4EF8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154305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Bit#(32) 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addr_accelerator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 = 0xF000C0FFE;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Cache </a:t>
            </a:r>
            <a:r>
              <a:rPr lang="en-US" sz="2000" dirty="0" err="1">
                <a:latin typeface="Consolas" panose="020B0609020204030204" pitchFamily="49" charset="0"/>
              </a:rPr>
              <a:t>cache</a:t>
            </a:r>
            <a:r>
              <a:rPr lang="en-US" sz="2000" dirty="0">
                <a:latin typeface="Consolas" panose="020B0609020204030204" pitchFamily="49" charset="0"/>
              </a:rPr>
              <a:t> &lt;- </a:t>
            </a:r>
            <a:r>
              <a:rPr lang="en-US" sz="2000" dirty="0" err="1">
                <a:latin typeface="Consolas" panose="020B0609020204030204" pitchFamily="49" charset="0"/>
              </a:rPr>
              <a:t>mkCache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Memory mem &lt;- </a:t>
            </a:r>
            <a:r>
              <a:rPr lang="en-US" sz="2000" dirty="0" err="1">
                <a:latin typeface="Consolas" panose="020B0609020204030204" pitchFamily="49" charset="0"/>
              </a:rPr>
              <a:t>mkMem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RVIfc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rv_core</a:t>
            </a:r>
            <a:r>
              <a:rPr lang="en-US" sz="2000" dirty="0">
                <a:latin typeface="Consolas" panose="020B0609020204030204" pitchFamily="49" charset="0"/>
              </a:rPr>
              <a:t> &lt;- </a:t>
            </a:r>
            <a:r>
              <a:rPr lang="en-US" sz="2000" dirty="0" err="1">
                <a:latin typeface="Consolas" panose="020B0609020204030204" pitchFamily="49" charset="0"/>
              </a:rPr>
              <a:t>mkpipelined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Accelerator accel &lt;- 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mkAcccelerator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rule 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requestMMIO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 let req &lt;- 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rv_core.getMMIOReq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 if (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req.byte_en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 == 'hf) begin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    if (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req.addr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 == </a:t>
            </a:r>
            <a:r>
              <a:rPr lang="en-US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addr_accelerator</a:t>
            </a: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) begin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accel.put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req.data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92D050"/>
                </a:solidFill>
                <a:latin typeface="Consolas" panose="020B0609020204030204" pitchFamily="49" charset="0"/>
              </a:rPr>
              <a:t>    end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      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8D3ED-71A7-4FCF-90F7-CC6477FC8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27891-51B3-4803-898D-D8F3857F8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76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BA01-3F57-477E-BFB6-318243A3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MMIO-style integration</a:t>
            </a:r>
            <a:br>
              <a:rPr lang="en-US" dirty="0"/>
            </a:br>
            <a:r>
              <a:rPr lang="en-US" dirty="0"/>
              <a:t>A pseudo-snippet </a:t>
            </a:r>
            <a:r>
              <a:rPr lang="en-US" sz="1800" dirty="0"/>
              <a:t>(</a:t>
            </a:r>
            <a:r>
              <a:rPr lang="en-US" sz="1800" dirty="0" err="1"/>
              <a:t>top_pipelined.bsv</a:t>
            </a:r>
            <a:r>
              <a:rPr lang="en-US" sz="1800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6D404-1A3D-4819-9A2F-F71EB4EF8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183" y="129879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FIFO#(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CoreOrAccel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who_uses_cache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 &lt;- 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mkFIFO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rule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requestD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;      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	let req &lt;-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rv_core.getDReq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;      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cache.put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(…)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who_uses_cache.enq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(Core);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       …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endrule</a:t>
            </a:r>
            <a:endParaRPr lang="en-US" sz="2000" dirty="0">
              <a:solidFill>
                <a:srgbClr val="40458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rule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requestAcc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;      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	let req &lt;-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acc.memreq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;      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cache.put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(…)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who_uses_cache.enq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(Accel);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       …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endrule</a:t>
            </a:r>
            <a:endParaRPr lang="en-US" sz="2000" dirty="0">
              <a:solidFill>
                <a:srgbClr val="40458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40458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      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8D3ED-71A7-4FCF-90F7-CC6477FC8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1D776-AA28-4609-9B22-6A5727B55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831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BA01-3F57-477E-BFB6-318243A3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MMIO-style integration</a:t>
            </a:r>
            <a:br>
              <a:rPr lang="en-US" dirty="0"/>
            </a:br>
            <a:r>
              <a:rPr lang="en-US" dirty="0"/>
              <a:t>A pseudo-snippet </a:t>
            </a:r>
            <a:r>
              <a:rPr lang="en-US" sz="1800" dirty="0"/>
              <a:t>(</a:t>
            </a:r>
            <a:r>
              <a:rPr lang="en-US" sz="1800" dirty="0" err="1"/>
              <a:t>top_pipelined.bsv</a:t>
            </a:r>
            <a:r>
              <a:rPr lang="en-US" sz="1800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6D404-1A3D-4819-9A2F-F71EB4EF8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975" y="1530524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rule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responseCache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      let x &lt;-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cache.get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      let origin = 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who_uses_cache.first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who_uses_cache.deq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      if (origin == Core)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rv_core.getDResp</a:t>
            </a: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(req);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0458C"/>
                </a:solidFill>
                <a:latin typeface="Consolas" panose="020B0609020204030204" pitchFamily="49" charset="0"/>
              </a:rPr>
              <a:t>      else </a:t>
            </a:r>
            <a:r>
              <a:rPr lang="en-US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accel.getDResp</a:t>
            </a:r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(req);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0458C"/>
                </a:solidFill>
                <a:latin typeface="Consolas" panose="020B0609020204030204" pitchFamily="49" charset="0"/>
              </a:rPr>
              <a:t>endrule</a:t>
            </a:r>
            <a:endParaRPr lang="en-US" sz="2000" dirty="0">
              <a:solidFill>
                <a:srgbClr val="40458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8D3ED-71A7-4FCF-90F7-CC6477FC8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F6D0A-8036-4140-92F8-45EEFA7D3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6927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1505-0939-4F4A-A3A5-3200874B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AD2DD-7C18-499C-B5A5-9B0E8AE7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988"/>
            <a:ext cx="7772400" cy="4365812"/>
          </a:xfrm>
        </p:spPr>
        <p:txBody>
          <a:bodyPr/>
          <a:lstStyle/>
          <a:p>
            <a:r>
              <a:rPr lang="en-US" dirty="0"/>
              <a:t>Wherever else did you use a similar </a:t>
            </a:r>
            <a:r>
              <a:rPr lang="en-US" dirty="0">
                <a:solidFill>
                  <a:srgbClr val="00B0F0"/>
                </a:solidFill>
              </a:rPr>
              <a:t>multiplexer</a:t>
            </a:r>
            <a:r>
              <a:rPr lang="en-US" dirty="0"/>
              <a:t> in your project?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52449-8691-417C-81DE-AF4D69412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9B6D5FAA-B84B-44D7-BDCE-C9CFCA7F07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35"/>
          <a:stretch/>
        </p:blipFill>
        <p:spPr bwMode="auto">
          <a:xfrm>
            <a:off x="2946701" y="3053707"/>
            <a:ext cx="3861196" cy="3066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234C8EB-68CA-4F6B-A634-24CC94D25907}"/>
              </a:ext>
            </a:extLst>
          </p:cNvPr>
          <p:cNvGrpSpPr/>
          <p:nvPr/>
        </p:nvGrpSpPr>
        <p:grpSpPr>
          <a:xfrm>
            <a:off x="3519814" y="4565737"/>
            <a:ext cx="2461364" cy="1246340"/>
            <a:chOff x="3519814" y="4565737"/>
            <a:chExt cx="2461364" cy="124634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252DBF2-769B-478E-96F1-451246865A50}"/>
                </a:ext>
              </a:extLst>
            </p:cNvPr>
            <p:cNvSpPr/>
            <p:nvPr/>
          </p:nvSpPr>
          <p:spPr bwMode="auto">
            <a:xfrm>
              <a:off x="3519814" y="4565737"/>
              <a:ext cx="2311052" cy="1246340"/>
            </a:xfrm>
            <a:custGeom>
              <a:avLst/>
              <a:gdLst>
                <a:gd name="connsiteX0" fmla="*/ 432148 w 2311052"/>
                <a:gd name="connsiteY0" fmla="*/ 0 h 1246340"/>
                <a:gd name="connsiteX1" fmla="*/ 444674 w 2311052"/>
                <a:gd name="connsiteY1" fmla="*/ 31315 h 1246340"/>
                <a:gd name="connsiteX2" fmla="*/ 375781 w 2311052"/>
                <a:gd name="connsiteY2" fmla="*/ 125260 h 1246340"/>
                <a:gd name="connsiteX3" fmla="*/ 300624 w 2311052"/>
                <a:gd name="connsiteY3" fmla="*/ 150312 h 1246340"/>
                <a:gd name="connsiteX4" fmla="*/ 250520 w 2311052"/>
                <a:gd name="connsiteY4" fmla="*/ 181627 h 1246340"/>
                <a:gd name="connsiteX5" fmla="*/ 194153 w 2311052"/>
                <a:gd name="connsiteY5" fmla="*/ 200416 h 1246340"/>
                <a:gd name="connsiteX6" fmla="*/ 106471 w 2311052"/>
                <a:gd name="connsiteY6" fmla="*/ 225468 h 1246340"/>
                <a:gd name="connsiteX7" fmla="*/ 50104 w 2311052"/>
                <a:gd name="connsiteY7" fmla="*/ 244258 h 1246340"/>
                <a:gd name="connsiteX8" fmla="*/ 18789 w 2311052"/>
                <a:gd name="connsiteY8" fmla="*/ 263047 h 1246340"/>
                <a:gd name="connsiteX9" fmla="*/ 0 w 2311052"/>
                <a:gd name="connsiteY9" fmla="*/ 363255 h 1246340"/>
                <a:gd name="connsiteX10" fmla="*/ 25052 w 2311052"/>
                <a:gd name="connsiteY10" fmla="*/ 707721 h 1246340"/>
                <a:gd name="connsiteX11" fmla="*/ 62630 w 2311052"/>
                <a:gd name="connsiteY11" fmla="*/ 839244 h 1246340"/>
                <a:gd name="connsiteX12" fmla="*/ 162838 w 2311052"/>
                <a:gd name="connsiteY12" fmla="*/ 1014608 h 1246340"/>
                <a:gd name="connsiteX13" fmla="*/ 212942 w 2311052"/>
                <a:gd name="connsiteY13" fmla="*/ 1052186 h 1246340"/>
                <a:gd name="connsiteX14" fmla="*/ 463463 w 2311052"/>
                <a:gd name="connsiteY14" fmla="*/ 1127342 h 1246340"/>
                <a:gd name="connsiteX15" fmla="*/ 713983 w 2311052"/>
                <a:gd name="connsiteY15" fmla="*/ 1177447 h 1246340"/>
                <a:gd name="connsiteX16" fmla="*/ 1058449 w 2311052"/>
                <a:gd name="connsiteY16" fmla="*/ 1246340 h 1246340"/>
                <a:gd name="connsiteX17" fmla="*/ 1252602 w 2311052"/>
                <a:gd name="connsiteY17" fmla="*/ 1221288 h 1246340"/>
                <a:gd name="connsiteX18" fmla="*/ 1377863 w 2311052"/>
                <a:gd name="connsiteY18" fmla="*/ 1215025 h 1246340"/>
                <a:gd name="connsiteX19" fmla="*/ 1490597 w 2311052"/>
                <a:gd name="connsiteY19" fmla="*/ 1177447 h 1246340"/>
                <a:gd name="connsiteX20" fmla="*/ 1647172 w 2311052"/>
                <a:gd name="connsiteY20" fmla="*/ 1146131 h 1246340"/>
                <a:gd name="connsiteX21" fmla="*/ 1810011 w 2311052"/>
                <a:gd name="connsiteY21" fmla="*/ 1039660 h 1246340"/>
                <a:gd name="connsiteX22" fmla="*/ 1885167 w 2311052"/>
                <a:gd name="connsiteY22" fmla="*/ 995819 h 1246340"/>
                <a:gd name="connsiteX23" fmla="*/ 1972849 w 2311052"/>
                <a:gd name="connsiteY23" fmla="*/ 926926 h 1246340"/>
                <a:gd name="connsiteX24" fmla="*/ 2098109 w 2311052"/>
                <a:gd name="connsiteY24" fmla="*/ 851770 h 1246340"/>
                <a:gd name="connsiteX25" fmla="*/ 2135687 w 2311052"/>
                <a:gd name="connsiteY25" fmla="*/ 839244 h 1246340"/>
                <a:gd name="connsiteX26" fmla="*/ 2167002 w 2311052"/>
                <a:gd name="connsiteY26" fmla="*/ 826718 h 1246340"/>
                <a:gd name="connsiteX27" fmla="*/ 2279737 w 2311052"/>
                <a:gd name="connsiteY27" fmla="*/ 832981 h 1246340"/>
                <a:gd name="connsiteX28" fmla="*/ 2292263 w 2311052"/>
                <a:gd name="connsiteY28" fmla="*/ 858033 h 1246340"/>
                <a:gd name="connsiteX29" fmla="*/ 2311052 w 2311052"/>
                <a:gd name="connsiteY29" fmla="*/ 908137 h 1246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11052" h="1246340">
                  <a:moveTo>
                    <a:pt x="432148" y="0"/>
                  </a:moveTo>
                  <a:cubicBezTo>
                    <a:pt x="436323" y="10438"/>
                    <a:pt x="446160" y="20171"/>
                    <a:pt x="444674" y="31315"/>
                  </a:cubicBezTo>
                  <a:cubicBezTo>
                    <a:pt x="438190" y="79946"/>
                    <a:pt x="417761" y="105375"/>
                    <a:pt x="375781" y="125260"/>
                  </a:cubicBezTo>
                  <a:cubicBezTo>
                    <a:pt x="351916" y="136565"/>
                    <a:pt x="324706" y="139475"/>
                    <a:pt x="300624" y="150312"/>
                  </a:cubicBezTo>
                  <a:cubicBezTo>
                    <a:pt x="282664" y="158394"/>
                    <a:pt x="268340" y="173241"/>
                    <a:pt x="250520" y="181627"/>
                  </a:cubicBezTo>
                  <a:cubicBezTo>
                    <a:pt x="232600" y="190060"/>
                    <a:pt x="212697" y="193462"/>
                    <a:pt x="194153" y="200416"/>
                  </a:cubicBezTo>
                  <a:cubicBezTo>
                    <a:pt x="123495" y="226913"/>
                    <a:pt x="178352" y="215199"/>
                    <a:pt x="106471" y="225468"/>
                  </a:cubicBezTo>
                  <a:cubicBezTo>
                    <a:pt x="87682" y="231731"/>
                    <a:pt x="68308" y="236456"/>
                    <a:pt x="50104" y="244258"/>
                  </a:cubicBezTo>
                  <a:cubicBezTo>
                    <a:pt x="38915" y="249053"/>
                    <a:pt x="23513" y="251828"/>
                    <a:pt x="18789" y="263047"/>
                  </a:cubicBezTo>
                  <a:cubicBezTo>
                    <a:pt x="5601" y="294369"/>
                    <a:pt x="0" y="363255"/>
                    <a:pt x="0" y="363255"/>
                  </a:cubicBezTo>
                  <a:cubicBezTo>
                    <a:pt x="8351" y="478077"/>
                    <a:pt x="10033" y="593580"/>
                    <a:pt x="25052" y="707721"/>
                  </a:cubicBezTo>
                  <a:cubicBezTo>
                    <a:pt x="31000" y="752927"/>
                    <a:pt x="46867" y="796460"/>
                    <a:pt x="62630" y="839244"/>
                  </a:cubicBezTo>
                  <a:cubicBezTo>
                    <a:pt x="83513" y="895927"/>
                    <a:pt x="119570" y="968636"/>
                    <a:pt x="162838" y="1014608"/>
                  </a:cubicBezTo>
                  <a:cubicBezTo>
                    <a:pt x="177146" y="1029810"/>
                    <a:pt x="194561" y="1042288"/>
                    <a:pt x="212942" y="1052186"/>
                  </a:cubicBezTo>
                  <a:cubicBezTo>
                    <a:pt x="331319" y="1115927"/>
                    <a:pt x="327237" y="1100975"/>
                    <a:pt x="463463" y="1127342"/>
                  </a:cubicBezTo>
                  <a:lnTo>
                    <a:pt x="713983" y="1177447"/>
                  </a:lnTo>
                  <a:cubicBezTo>
                    <a:pt x="1041237" y="1249284"/>
                    <a:pt x="875769" y="1232288"/>
                    <a:pt x="1058449" y="1246340"/>
                  </a:cubicBezTo>
                  <a:cubicBezTo>
                    <a:pt x="1123167" y="1237989"/>
                    <a:pt x="1187659" y="1227655"/>
                    <a:pt x="1252602" y="1221288"/>
                  </a:cubicBezTo>
                  <a:cubicBezTo>
                    <a:pt x="1294208" y="1217209"/>
                    <a:pt x="1336749" y="1222599"/>
                    <a:pt x="1377863" y="1215025"/>
                  </a:cubicBezTo>
                  <a:cubicBezTo>
                    <a:pt x="1416818" y="1207849"/>
                    <a:pt x="1452169" y="1187054"/>
                    <a:pt x="1490597" y="1177447"/>
                  </a:cubicBezTo>
                  <a:cubicBezTo>
                    <a:pt x="1578831" y="1155388"/>
                    <a:pt x="1568348" y="1177661"/>
                    <a:pt x="1647172" y="1146131"/>
                  </a:cubicBezTo>
                  <a:cubicBezTo>
                    <a:pt x="1766854" y="1098257"/>
                    <a:pt x="1706924" y="1112679"/>
                    <a:pt x="1810011" y="1039660"/>
                  </a:cubicBezTo>
                  <a:cubicBezTo>
                    <a:pt x="1833678" y="1022896"/>
                    <a:pt x="1861321" y="1012328"/>
                    <a:pt x="1885167" y="995819"/>
                  </a:cubicBezTo>
                  <a:cubicBezTo>
                    <a:pt x="1915728" y="974662"/>
                    <a:pt x="1939603" y="943549"/>
                    <a:pt x="1972849" y="926926"/>
                  </a:cubicBezTo>
                  <a:cubicBezTo>
                    <a:pt x="2223005" y="801848"/>
                    <a:pt x="1836504" y="998923"/>
                    <a:pt x="2098109" y="851770"/>
                  </a:cubicBezTo>
                  <a:cubicBezTo>
                    <a:pt x="2109617" y="845297"/>
                    <a:pt x="2123278" y="843756"/>
                    <a:pt x="2135687" y="839244"/>
                  </a:cubicBezTo>
                  <a:cubicBezTo>
                    <a:pt x="2146253" y="835402"/>
                    <a:pt x="2156564" y="830893"/>
                    <a:pt x="2167002" y="826718"/>
                  </a:cubicBezTo>
                  <a:cubicBezTo>
                    <a:pt x="2204580" y="828806"/>
                    <a:pt x="2243224" y="823853"/>
                    <a:pt x="2279737" y="832981"/>
                  </a:cubicBezTo>
                  <a:cubicBezTo>
                    <a:pt x="2288795" y="835245"/>
                    <a:pt x="2289311" y="849176"/>
                    <a:pt x="2292263" y="858033"/>
                  </a:cubicBezTo>
                  <a:cubicBezTo>
                    <a:pt x="2310321" y="912207"/>
                    <a:pt x="2285325" y="869546"/>
                    <a:pt x="2311052" y="908137"/>
                  </a:cubicBezTo>
                </a:path>
              </a:pathLst>
            </a:cu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01BB259-FAA5-4A61-8D0E-A2088A52AAEC}"/>
                </a:ext>
              </a:extLst>
            </p:cNvPr>
            <p:cNvSpPr/>
            <p:nvPr/>
          </p:nvSpPr>
          <p:spPr bwMode="auto">
            <a:xfrm>
              <a:off x="5799551" y="5467611"/>
              <a:ext cx="181627" cy="50104"/>
            </a:xfrm>
            <a:prstGeom prst="rect">
              <a:avLst/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6A05C-A16B-4C1C-8D2B-D11EA213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F16ED0-072B-44B4-83DF-B7041299C2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 so far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6CB1D7B-B44B-41CD-8F21-E87E0EBCCA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(Some types of accelerators)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75CB2-47F9-4ED1-9236-AC66D283C818}"/>
              </a:ext>
            </a:extLst>
          </p:cNvPr>
          <p:cNvSpPr>
            <a:spLocks noGrp="1"/>
          </p:cNvSpPr>
          <p:nvPr>
            <p:ph type="dt" sz="quarter" idx="2"/>
          </p:nvPr>
        </p:nvSpPr>
        <p:spPr>
          <a:xfrm>
            <a:off x="47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DF6879-98AE-4CB8-B627-8EDA0CEC2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671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78D35-9463-4BB7-8859-62416B98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8018"/>
            <a:ext cx="7772400" cy="771098"/>
          </a:xfrm>
        </p:spPr>
        <p:txBody>
          <a:bodyPr/>
          <a:lstStyle/>
          <a:p>
            <a:r>
              <a:rPr lang="en-US" dirty="0"/>
              <a:t>Architectural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A244D-46AA-4877-B485-E86C197E0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27" y="1119116"/>
            <a:ext cx="8953500" cy="3959215"/>
          </a:xfrm>
        </p:spPr>
        <p:txBody>
          <a:bodyPr/>
          <a:lstStyle/>
          <a:p>
            <a:r>
              <a:rPr lang="en-US" dirty="0"/>
              <a:t>AES - </a:t>
            </a:r>
            <a:r>
              <a:rPr lang="en-US" b="1" dirty="0"/>
              <a:t>within the core </a:t>
            </a:r>
            <a:endParaRPr lang="en-US" dirty="0"/>
          </a:p>
          <a:p>
            <a:r>
              <a:rPr lang="en-US" dirty="0"/>
              <a:t>NIC - </a:t>
            </a:r>
            <a:r>
              <a:rPr lang="en-US" b="1" dirty="0"/>
              <a:t>off-chip</a:t>
            </a:r>
          </a:p>
          <a:p>
            <a:pPr lvl="1"/>
            <a:r>
              <a:rPr lang="en-US" dirty="0"/>
              <a:t>Direct access to memory</a:t>
            </a:r>
          </a:p>
          <a:p>
            <a:pPr lvl="1"/>
            <a:r>
              <a:rPr lang="en-US" dirty="0"/>
              <a:t>Internal memory, ~10MB – 80GB</a:t>
            </a:r>
          </a:p>
          <a:p>
            <a:pPr lvl="1"/>
            <a:r>
              <a:rPr lang="en-US" dirty="0"/>
              <a:t>Simple configuration through “MMIO”</a:t>
            </a:r>
          </a:p>
          <a:p>
            <a:r>
              <a:rPr lang="en-US" dirty="0" err="1"/>
              <a:t>Gemmini</a:t>
            </a:r>
            <a:r>
              <a:rPr lang="en-US" dirty="0"/>
              <a:t>-like – </a:t>
            </a:r>
            <a:r>
              <a:rPr lang="en-US" b="1" dirty="0"/>
              <a:t>out-of-core, on-chip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Access to the coherent memory</a:t>
            </a:r>
          </a:p>
          <a:p>
            <a:pPr lvl="1"/>
            <a:r>
              <a:rPr lang="en-US" dirty="0"/>
              <a:t>Uses scratchpad</a:t>
            </a:r>
          </a:p>
          <a:p>
            <a:pPr lvl="1"/>
            <a:r>
              <a:rPr lang="en-US" dirty="0"/>
              <a:t>Commands sent through MMIO or directly through new processor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A11D6-E4C9-4C2A-8064-3D7C77083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1F4E1-785D-4665-A3F8-138D7547C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5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141153-EC7F-4DCA-913B-D1E6A43B00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Performance considerations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A30CB16-E27B-4380-902B-A9DA8A653E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Or when accelerator can’t do miracles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653094-67EC-46E6-98CA-5C9E5F68EDC2}"/>
              </a:ext>
            </a:extLst>
          </p:cNvPr>
          <p:cNvSpPr>
            <a:spLocks noGrp="1"/>
          </p:cNvSpPr>
          <p:nvPr>
            <p:ph type="dt" sz="quarter" idx="2"/>
          </p:nvPr>
        </p:nvSpPr>
        <p:spPr>
          <a:xfrm>
            <a:off x="47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BD5290-4E15-4F64-8523-339DFE582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4398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D6CA-CA4C-4987-96B2-80C03899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6C8C7-392D-42B4-B8BF-8F81A5451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22400"/>
            <a:ext cx="8388350" cy="4114800"/>
          </a:xfrm>
        </p:spPr>
        <p:txBody>
          <a:bodyPr/>
          <a:lstStyle/>
          <a:p>
            <a:r>
              <a:rPr lang="en-US" dirty="0"/>
              <a:t>On-chip latency: </a:t>
            </a:r>
          </a:p>
          <a:p>
            <a:pPr lvl="1"/>
            <a:r>
              <a:rPr lang="en-US" dirty="0"/>
              <a:t>1 cycle (registers memory) -~10 clock cycles (last level cache)</a:t>
            </a:r>
          </a:p>
          <a:p>
            <a:r>
              <a:rPr lang="en-US" dirty="0"/>
              <a:t>Off-chip (e.g. PCIe) latency: </a:t>
            </a:r>
          </a:p>
          <a:p>
            <a:pPr lvl="1"/>
            <a:r>
              <a:rPr lang="en-US" dirty="0"/>
              <a:t>1us (~4000 cycles)</a:t>
            </a:r>
          </a:p>
          <a:p>
            <a:pPr lvl="1"/>
            <a:r>
              <a:rPr lang="en-US" dirty="0"/>
              <a:t>A whole lot of CPU work!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1542353-9F81-47D2-B1E6-0F99D154B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27C6B-942E-4A4D-92A1-F1C86D99E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FA15D8-72C8-416B-83CC-E9D1792F80CD}"/>
              </a:ext>
            </a:extLst>
          </p:cNvPr>
          <p:cNvSpPr txBox="1"/>
          <p:nvPr/>
        </p:nvSpPr>
        <p:spPr>
          <a:xfrm>
            <a:off x="2721914" y="5250934"/>
            <a:ext cx="45871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Why not have everything on chip?</a:t>
            </a:r>
          </a:p>
        </p:txBody>
      </p:sp>
    </p:spTree>
    <p:extLst>
      <p:ext uri="{BB962C8B-B14F-4D97-AF65-F5344CB8AC3E}">
        <p14:creationId xmlns:p14="http://schemas.microsoft.com/office/powerpoint/2010/main" val="2394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98E2-EEFF-4A45-8A50-E137F7B0F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1991D-2A5C-462F-A1B8-80FC7A39D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PCIE throughput (gen 2):</a:t>
            </a:r>
          </a:p>
          <a:p>
            <a:pPr lvl="1"/>
            <a:r>
              <a:rPr lang="en-US" dirty="0"/>
              <a:t>500MB/s per lane (up to 16 lanes)</a:t>
            </a:r>
          </a:p>
          <a:p>
            <a:pPr lvl="1"/>
            <a:r>
              <a:rPr lang="en-US" dirty="0"/>
              <a:t>Reality: a few GB/s</a:t>
            </a:r>
          </a:p>
          <a:p>
            <a:pPr lvl="1"/>
            <a:r>
              <a:rPr lang="en-US" dirty="0"/>
              <a:t>CPU/DRAM bandwidth ~5-10x more (60-150GB/s)</a:t>
            </a:r>
          </a:p>
          <a:p>
            <a:pPr lvl="1"/>
            <a:r>
              <a:rPr lang="en-US" dirty="0"/>
              <a:t>Internal GPU bandwidth: ~1TB/s</a:t>
            </a:r>
          </a:p>
          <a:p>
            <a:pPr marL="0" indent="0">
              <a:buNone/>
            </a:pPr>
            <a:r>
              <a:rPr lang="en-US" sz="2000" dirty="0"/>
              <a:t>More modern PCIE: 1GB/s (resp. 2GB/s) per lane for Gen3 (resp. Gen4)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7E29C5-8103-42E5-924B-D0858C7EA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8EA9B-6934-491A-8E33-7E6ABF6D3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0509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5B7D-0174-4B3F-8052-4E17D7FE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takeaway</a:t>
            </a:r>
            <a:br>
              <a:rPr lang="en-US" dirty="0"/>
            </a:br>
            <a:r>
              <a:rPr lang="en-US" sz="2400" dirty="0"/>
              <a:t>FPGA being disappointing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BF20-AA33-4527-A45C-3A5041104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562100"/>
            <a:ext cx="7772400" cy="4114800"/>
          </a:xfrm>
        </p:spPr>
        <p:txBody>
          <a:bodyPr/>
          <a:lstStyle/>
          <a:p>
            <a:r>
              <a:rPr lang="en-US" dirty="0"/>
              <a:t>If a CPU already manages to saturate memory bandwidth, an accelerator won’t go faster!</a:t>
            </a:r>
          </a:p>
          <a:p>
            <a:r>
              <a:rPr lang="en-US" dirty="0"/>
              <a:t>FPGA will typically go slower when because PCIe bandwidth &lt; DRAM bandwidth</a:t>
            </a:r>
          </a:p>
          <a:p>
            <a:r>
              <a:rPr lang="en-US" dirty="0"/>
              <a:t>Accelerator best leverage “high arithmetic intensity” code, those applications are not so common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80745-99B0-45CA-8385-81CD44555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F1049-2CBA-44C3-8BC7-CCB18CA7A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2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432FEF-D3C1-4709-BC12-9839D779E1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integration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8205F-595E-4D56-8485-7260154468B6}"/>
              </a:ext>
            </a:extLst>
          </p:cNvPr>
          <p:cNvSpPr>
            <a:spLocks noGrp="1"/>
          </p:cNvSpPr>
          <p:nvPr>
            <p:ph type="dt" sz="quarter" idx="2"/>
          </p:nvPr>
        </p:nvSpPr>
        <p:spPr>
          <a:xfrm>
            <a:off x="47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F379C1-FAA5-4FF6-BDAC-698482EB3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5C2CA7-B80E-4109-A51E-15084AB3E866}"/>
              </a:ext>
            </a:extLst>
          </p:cNvPr>
          <p:cNvSpPr txBox="1"/>
          <p:nvPr/>
        </p:nvSpPr>
        <p:spPr>
          <a:xfrm>
            <a:off x="2000255" y="3593069"/>
            <a:ext cx="5632889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We have accelerators, now how do we run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software using them (or test them)?</a:t>
            </a:r>
          </a:p>
        </p:txBody>
      </p:sp>
    </p:spTree>
    <p:extLst>
      <p:ext uri="{BB962C8B-B14F-4D97-AF65-F5344CB8AC3E}">
        <p14:creationId xmlns:p14="http://schemas.microsoft.com/office/powerpoint/2010/main" val="49977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95870-E1BA-4994-9DB1-38F4A45B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MMIO from SW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C331F-50AC-41F3-B77E-508A0829C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manage the shared buffers with the device:  </a:t>
            </a:r>
          </a:p>
          <a:p>
            <a:pPr lvl="1"/>
            <a:r>
              <a:rPr lang="en-US" dirty="0"/>
              <a:t>Allocate buffers</a:t>
            </a:r>
          </a:p>
          <a:p>
            <a:pPr lvl="1"/>
            <a:r>
              <a:rPr lang="en-US" dirty="0"/>
              <a:t>Recycle buffers</a:t>
            </a:r>
          </a:p>
          <a:p>
            <a:pPr lvl="1"/>
            <a:r>
              <a:rPr lang="en-US" dirty="0"/>
              <a:t>Send address of buffers to device</a:t>
            </a:r>
          </a:p>
          <a:p>
            <a:pPr lvl="1"/>
            <a:r>
              <a:rPr lang="en-US" dirty="0"/>
              <a:t>Doorbell code,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u="sng" dirty="0"/>
              <a:t>Such a program is named a device driver!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35F9E-D65C-4203-937D-33597B41C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93316-887A-48D4-864E-05143D2D8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14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73F8-86B3-418E-B6E0-37DA07B3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instructions from SW – AES-like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5AF7F-2761-403A-9B63-740E028BF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new instructions</a:t>
            </a:r>
          </a:p>
          <a:p>
            <a:r>
              <a:rPr lang="en-US" dirty="0"/>
              <a:t>Generate programs that use the new instructions </a:t>
            </a:r>
          </a:p>
          <a:p>
            <a:pPr lvl="1"/>
            <a:r>
              <a:rPr lang="en-US" dirty="0"/>
              <a:t>Necessary both for </a:t>
            </a:r>
            <a:r>
              <a:rPr lang="en-US" dirty="0" err="1"/>
              <a:t>Gemmini</a:t>
            </a:r>
            <a:r>
              <a:rPr lang="en-US" dirty="0"/>
              <a:t>-style and for AESENC-style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4EC6B-A2CD-49D0-BA04-8CCE84F8D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D2BB-8BA0-46D6-8B60-0B4F6B8B3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85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6C7E-85C6-4638-BC7F-859AC227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new instruction in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E83F8-24B5-489F-A305-570D7437E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23" y="1595717"/>
            <a:ext cx="8032750" cy="4114800"/>
          </a:xfrm>
        </p:spPr>
        <p:txBody>
          <a:bodyPr/>
          <a:lstStyle/>
          <a:p>
            <a:r>
              <a:rPr lang="en-US" dirty="0"/>
              <a:t>In assembly, if the new instruction matches the structure of standard </a:t>
            </a:r>
            <a:r>
              <a:rPr lang="en-US" dirty="0" err="1"/>
              <a:t>riscv</a:t>
            </a:r>
            <a:r>
              <a:rPr lang="en-US" dirty="0"/>
              <a:t> instruction: we can use the “.</a:t>
            </a:r>
            <a:r>
              <a:rPr lang="en-US" dirty="0" err="1"/>
              <a:t>insn</a:t>
            </a:r>
            <a:r>
              <a:rPr lang="en-US" dirty="0"/>
              <a:t>” directive:</a:t>
            </a:r>
          </a:p>
          <a:p>
            <a:pPr lvl="1"/>
            <a:r>
              <a:rPr lang="en-US" dirty="0"/>
              <a:t> Redefine “add a0, a1, a2”: </a:t>
            </a:r>
          </a:p>
          <a:p>
            <a:pPr marL="914400" lvl="2" indent="0">
              <a:buNone/>
            </a:pPr>
            <a:r>
              <a:rPr lang="en-US" dirty="0"/>
              <a:t>“</a:t>
            </a:r>
            <a:r>
              <a:rPr lang="pt-BR" dirty="0">
                <a:latin typeface="Consolas" panose="020B0609020204030204" pitchFamily="49" charset="0"/>
              </a:rPr>
              <a:t>.insn r 0x33, 0, 0, a0, a1, a2</a:t>
            </a:r>
            <a:r>
              <a:rPr lang="en-US" dirty="0"/>
              <a:t>” </a:t>
            </a:r>
          </a:p>
          <a:p>
            <a:r>
              <a:rPr lang="en-US" dirty="0"/>
              <a:t>See the following for some useful documentation:</a:t>
            </a:r>
          </a:p>
          <a:p>
            <a:pPr marL="0" indent="0">
              <a:buNone/>
            </a:pPr>
            <a:r>
              <a:rPr lang="en-US" sz="1100" dirty="0">
                <a:hlinkClick r:id="rId3"/>
              </a:rPr>
              <a:t>https://www.rowleydownload.co.uk/arm/documentation/gnu/as/RISC_002dV_002dDirectives.html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hlinkClick r:id="rId4"/>
              </a:rPr>
              <a:t>https://sourceware.org/binutils/docs/as/RISC_002dV_002dFormats.html</a:t>
            </a:r>
            <a:endParaRPr lang="en-US" sz="5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8147E-4909-432D-9549-8885B9D21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3C6F3-491C-491B-B430-6FAAC9161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383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8E76-5EA9-4C39-8D18-8B91F5885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Incantations to inject assembly directly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114C-EAFF-41BA-B684-872EF1F05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 err="1">
                <a:latin typeface="Consolas" panose="020B0609020204030204" pitchFamily="49" charset="0"/>
              </a:rPr>
              <a:t>asm</a:t>
            </a:r>
            <a:r>
              <a:rPr lang="en-US" sz="1800" b="1" dirty="0">
                <a:latin typeface="Consolas" panose="020B0609020204030204" pitchFamily="49" charset="0"/>
              </a:rPr>
              <a:t> volatile</a:t>
            </a:r>
            <a:r>
              <a:rPr lang="en-US" sz="1800" dirty="0">
                <a:latin typeface="Consolas" panose="020B0609020204030204" pitchFamily="49" charset="0"/>
              </a:rPr>
              <a:t>(".</a:t>
            </a:r>
            <a:r>
              <a:rPr lang="en-US" sz="1800" dirty="0" err="1">
                <a:latin typeface="Consolas" panose="020B0609020204030204" pitchFamily="49" charset="0"/>
              </a:rPr>
              <a:t>insn</a:t>
            </a:r>
            <a:r>
              <a:rPr lang="en-US" sz="1800" dirty="0">
                <a:latin typeface="Consolas" panose="020B0609020204030204" pitchFamily="49" charset="0"/>
              </a:rPr>
              <a:t> r " opcode ", " fn2 ",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   " fn7 ", x0, %0, %1" : : "r"(rs1), "r"(rs2));   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// Read the manual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// https://gcc.gnu.org/onlinedocs/gcc/Extended-Asm.html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B850-C3E1-4E6D-B542-8A7C81719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A4431-A0EA-4929-8B68-235421C34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34D4B-89BB-42F4-AC70-54700C620CA8}"/>
              </a:ext>
            </a:extLst>
          </p:cNvPr>
          <p:cNvSpPr txBox="1"/>
          <p:nvPr/>
        </p:nvSpPr>
        <p:spPr>
          <a:xfrm>
            <a:off x="488258" y="4092389"/>
            <a:ext cx="8308108" cy="7571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Sufficient and expected for project using accelerator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(hand-write assembly in C or RISC-V to test)</a:t>
            </a:r>
          </a:p>
        </p:txBody>
      </p:sp>
    </p:spTree>
    <p:extLst>
      <p:ext uri="{BB962C8B-B14F-4D97-AF65-F5344CB8AC3E}">
        <p14:creationId xmlns:p14="http://schemas.microsoft.com/office/powerpoint/2010/main" val="39440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5067-221F-4CB8-8B57-5A9C0744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Integration</a:t>
            </a:r>
            <a:br>
              <a:rPr lang="en-US" dirty="0"/>
            </a:br>
            <a:r>
              <a:rPr lang="en-US" sz="2400" dirty="0"/>
              <a:t>The elephants are in the room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25D97-1945-4B6D-BED6-084F96CB5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47800"/>
            <a:ext cx="8101693" cy="4114800"/>
          </a:xfrm>
        </p:spPr>
        <p:txBody>
          <a:bodyPr/>
          <a:lstStyle/>
          <a:p>
            <a:r>
              <a:rPr lang="en-US" dirty="0"/>
              <a:t>Having defined new instructions is not the end of the story:</a:t>
            </a:r>
          </a:p>
          <a:p>
            <a:pPr lvl="1"/>
            <a:r>
              <a:rPr lang="en-US" dirty="0"/>
              <a:t>If I add AESENC, my </a:t>
            </a:r>
            <a:r>
              <a:rPr lang="en-US" dirty="0" err="1"/>
              <a:t>libssl</a:t>
            </a:r>
            <a:r>
              <a:rPr lang="en-US" dirty="0"/>
              <a:t> library won’t suddenly start using it</a:t>
            </a:r>
          </a:p>
          <a:p>
            <a:pPr lvl="1"/>
            <a:r>
              <a:rPr lang="en-US" dirty="0"/>
              <a:t>Have to worry about cross-platform</a:t>
            </a:r>
          </a:p>
          <a:p>
            <a:r>
              <a:rPr lang="en-US" dirty="0"/>
              <a:t>If I have </a:t>
            </a:r>
            <a:r>
              <a:rPr lang="en-US" dirty="0" err="1"/>
              <a:t>matmul</a:t>
            </a:r>
            <a:r>
              <a:rPr lang="en-US" dirty="0"/>
              <a:t> 16x16, or </a:t>
            </a:r>
            <a:r>
              <a:rPr lang="en-US" dirty="0" err="1"/>
              <a:t>matmul</a:t>
            </a:r>
            <a:r>
              <a:rPr lang="en-US" dirty="0"/>
              <a:t> (</a:t>
            </a:r>
            <a:r>
              <a:rPr lang="en-US" dirty="0" err="1"/>
              <a:t>nxm</a:t>
            </a:r>
            <a:r>
              <a:rPr lang="en-US" dirty="0"/>
              <a:t> </a:t>
            </a:r>
            <a:r>
              <a:rPr lang="en-US" dirty="0" err="1"/>
              <a:t>forall</a:t>
            </a:r>
            <a:r>
              <a:rPr lang="en-US" dirty="0"/>
              <a:t> </a:t>
            </a:r>
            <a:r>
              <a:rPr lang="en-US" dirty="0" err="1"/>
              <a:t>n,m</a:t>
            </a:r>
            <a:r>
              <a:rPr lang="en-US" dirty="0"/>
              <a:t>&lt;64),</a:t>
            </a:r>
          </a:p>
          <a:p>
            <a:pPr lvl="1"/>
            <a:r>
              <a:rPr lang="en-US" dirty="0"/>
              <a:t>512x512 </a:t>
            </a:r>
            <a:r>
              <a:rPr lang="en-US" dirty="0" err="1"/>
              <a:t>matmul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convolution? </a:t>
            </a:r>
          </a:p>
          <a:p>
            <a:pPr lvl="1"/>
            <a:r>
              <a:rPr lang="en-US" dirty="0"/>
              <a:t>Arbitrary linear/tensor algebra operator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E77D6EF-57CD-43BC-BC59-1A51D8588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BE950-1C56-460A-96DC-13A5005AA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28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8E76-5EA9-4C39-8D18-8B91F588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42" y="170328"/>
            <a:ext cx="8534400" cy="721659"/>
          </a:xfrm>
        </p:spPr>
        <p:txBody>
          <a:bodyPr/>
          <a:lstStyle/>
          <a:p>
            <a:r>
              <a:rPr lang="en-US" dirty="0"/>
              <a:t>Something more automatic?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B850-C3E1-4E6D-B542-8A7C81719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A4431-A0EA-4929-8B68-235421C34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8954E-AB13-467F-A467-3FE31AA60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42" y="968188"/>
            <a:ext cx="7772400" cy="4495800"/>
          </a:xfrm>
        </p:spPr>
        <p:txBody>
          <a:bodyPr/>
          <a:lstStyle/>
          <a:p>
            <a:r>
              <a:rPr lang="en-US" dirty="0"/>
              <a:t>We want compiler help to make good use of the accelerator.</a:t>
            </a:r>
          </a:p>
          <a:p>
            <a:r>
              <a:rPr lang="en-US" dirty="0"/>
              <a:t>Ordinary software calls specialized software libraries (e.g.,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libssl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Useful for when the use doesn’t exactly match the instructions.</a:t>
            </a:r>
          </a:p>
          <a:p>
            <a:pPr lvl="1"/>
            <a:r>
              <a:rPr lang="en-US" dirty="0"/>
              <a:t>Useful to hide instructions.</a:t>
            </a:r>
          </a:p>
          <a:p>
            <a:r>
              <a:rPr lang="en-US" dirty="0"/>
              <a:t>Writing in a special language (e.g., CUDA)</a:t>
            </a:r>
          </a:p>
        </p:txBody>
      </p:sp>
    </p:spTree>
    <p:extLst>
      <p:ext uri="{BB962C8B-B14F-4D97-AF65-F5344CB8AC3E}">
        <p14:creationId xmlns:p14="http://schemas.microsoft.com/office/powerpoint/2010/main" val="40528154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5067-221F-4CB8-8B57-5A9C0744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 challenges</a:t>
            </a:r>
            <a:br>
              <a:rPr lang="en-US" dirty="0"/>
            </a:br>
            <a:r>
              <a:rPr lang="en-US" sz="2400" dirty="0"/>
              <a:t>The elephants are in the room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25D97-1945-4B6D-BED6-084F96CB5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/>
              <a:t>All things considered standard compilation is easy:</a:t>
            </a:r>
          </a:p>
          <a:p>
            <a:pPr lvl="1"/>
            <a:r>
              <a:rPr lang="en-US" dirty="0"/>
              <a:t>Usually not too many different ways to compile</a:t>
            </a:r>
          </a:p>
          <a:p>
            <a:r>
              <a:rPr lang="en-US" dirty="0"/>
              <a:t>With Domain Specific, program space is typically very complicated</a:t>
            </a:r>
          </a:p>
          <a:p>
            <a:pPr lvl="1"/>
            <a:r>
              <a:rPr lang="en-US" dirty="0"/>
              <a:t>A*(B*C)*A or (A*B) * (C * A) …</a:t>
            </a:r>
          </a:p>
          <a:p>
            <a:pPr lvl="1"/>
            <a:r>
              <a:rPr lang="en-US" dirty="0"/>
              <a:t>Compiler must find best sequence of instructions modulo rewrites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E77D6EF-57CD-43BC-BC59-1A51D8588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05CDA-83CB-42C0-818C-829815A10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359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5067-221F-4CB8-8B57-5A9C0744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 – Sync issues</a:t>
            </a:r>
            <a:br>
              <a:rPr lang="en-US" dirty="0"/>
            </a:br>
            <a:r>
              <a:rPr lang="en-US" sz="2400" dirty="0"/>
              <a:t>The elephant are in the room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25D97-1945-4B6D-BED6-084F96CB5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447800"/>
            <a:ext cx="8857129" cy="4800600"/>
          </a:xfrm>
        </p:spPr>
        <p:txBody>
          <a:bodyPr/>
          <a:lstStyle/>
          <a:p>
            <a:r>
              <a:rPr lang="en-US" dirty="0"/>
              <a:t>Sync issues:</a:t>
            </a:r>
          </a:p>
          <a:p>
            <a:pPr lvl="1"/>
            <a:r>
              <a:rPr lang="en-US" dirty="0"/>
              <a:t>Need to add explicit data movement instructions if I want to use the data computed on CPU</a:t>
            </a:r>
          </a:p>
          <a:p>
            <a:r>
              <a:rPr lang="en-US" dirty="0"/>
              <a:t>Hot research ideas:</a:t>
            </a:r>
          </a:p>
          <a:p>
            <a:pPr lvl="1"/>
            <a:r>
              <a:rPr lang="en-US" dirty="0"/>
              <a:t>Decoupling functionality and scheduling (e.g., Halide, TACO for tensor code)</a:t>
            </a:r>
          </a:p>
          <a:p>
            <a:pPr lvl="1"/>
            <a:r>
              <a:rPr lang="en-US" dirty="0"/>
              <a:t>Maybe not a fully push-button compilation, more an “assistant-compiler”, where the user is the actual compiler (e.g., Exo)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E77D6EF-57CD-43BC-BC59-1A51D8588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B3C13-3AAE-43FC-AF0E-2E5FD447E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29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2B5048-85B2-15B3-E986-5D12F9A3C5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Fixed-function GPU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1CEE652-FC8A-B0FC-3D5F-24F07C8543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Extra-slides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7E492-D3F8-21D1-1F34-5675980337F3}"/>
              </a:ext>
            </a:extLst>
          </p:cNvPr>
          <p:cNvSpPr>
            <a:spLocks noGrp="1"/>
          </p:cNvSpPr>
          <p:nvPr>
            <p:ph type="dt" sz="quarter" idx="2"/>
          </p:nvPr>
        </p:nvSpPr>
        <p:spPr>
          <a:xfrm>
            <a:off x="47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AB3A9A-C303-4BA8-8101-598FAC772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10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C0D-74F3-4C55-A0E3-0BB77378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pictures - GPU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34EC3BD-BF5F-4E5B-B8FB-0BAFDC6D7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016356-9790-41EB-AF8C-DAAA7B145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63"/>
          <a:stretch/>
        </p:blipFill>
        <p:spPr>
          <a:xfrm>
            <a:off x="1022378" y="1819778"/>
            <a:ext cx="7099244" cy="3452403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F4A52A-DA72-1BB1-C5B7-AB7513E4DC5C}"/>
              </a:ext>
            </a:extLst>
          </p:cNvPr>
          <p:cNvSpPr/>
          <p:nvPr/>
        </p:nvSpPr>
        <p:spPr bwMode="auto">
          <a:xfrm>
            <a:off x="6694714" y="3804556"/>
            <a:ext cx="318407" cy="138793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9E332-B21F-BE47-DEE7-2946536C6AD8}"/>
              </a:ext>
            </a:extLst>
          </p:cNvPr>
          <p:cNvSpPr txBox="1"/>
          <p:nvPr/>
        </p:nvSpPr>
        <p:spPr>
          <a:xfrm>
            <a:off x="6372224" y="4322992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Dedicated 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ED5342-1DF5-083E-4C1C-2EBF80340C6C}"/>
              </a:ext>
            </a:extLst>
          </p:cNvPr>
          <p:cNvCxnSpPr/>
          <p:nvPr/>
        </p:nvCxnSpPr>
        <p:spPr bwMode="auto">
          <a:xfrm flipH="1" flipV="1">
            <a:off x="6853917" y="3943349"/>
            <a:ext cx="159204" cy="37197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D8413-CA65-40B6-BD62-8DB3ED34B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8787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53231-C8CB-57B8-2EE6-1FE56AF8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pipeline  (</a:t>
            </a:r>
            <a:r>
              <a:rPr lang="en-US" dirty="0" err="1"/>
              <a:t>openGL</a:t>
            </a:r>
            <a:r>
              <a:rPr lang="en-US" dirty="0"/>
              <a:t>-like)</a:t>
            </a:r>
          </a:p>
        </p:txBody>
      </p:sp>
      <p:pic>
        <p:nvPicPr>
          <p:cNvPr id="7" name="Content Placeholder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4FB66C5B-4E6E-C2EF-D273-E5B9ECAA0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43" y="1641025"/>
            <a:ext cx="1852343" cy="41148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78D93-7CC5-7C16-93AF-E179C3BBC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April 11th, 2024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CDE7D-DAC9-EFB6-AF5B-7FBA8498F4A8}"/>
              </a:ext>
            </a:extLst>
          </p:cNvPr>
          <p:cNvSpPr txBox="1"/>
          <p:nvPr/>
        </p:nvSpPr>
        <p:spPr>
          <a:xfrm>
            <a:off x="609600" y="1559378"/>
            <a:ext cx="4717958" cy="21390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data: </a:t>
            </a:r>
          </a:p>
          <a:p>
            <a:r>
              <a:rPr lang="en-US" dirty="0"/>
              <a:t>     objects (set of </a:t>
            </a:r>
            <a:r>
              <a:rPr lang="en-US" dirty="0" err="1"/>
              <a:t>polygones</a:t>
            </a:r>
            <a:r>
              <a:rPr lang="en-US" dirty="0"/>
              <a:t>)</a:t>
            </a:r>
          </a:p>
          <a:p>
            <a:r>
              <a:rPr lang="en-US" dirty="0"/>
              <a:t>     scene (objects position)</a:t>
            </a:r>
          </a:p>
          <a:p>
            <a:r>
              <a:rPr lang="en-US" dirty="0"/>
              <a:t>     camera</a:t>
            </a:r>
          </a:p>
          <a:p>
            <a:r>
              <a:rPr lang="en-US" dirty="0"/>
              <a:t>     textures and texture mapping</a:t>
            </a:r>
          </a:p>
          <a:p>
            <a:r>
              <a:rPr lang="en-US" dirty="0"/>
              <a:t>     source of light … 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9E39CA-0C85-4C05-8261-FC421E80E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L17-</a:t>
            </a:r>
            <a:fld id="{B24ECE11-5C89-470A-9AF8-7FAC56BAE18E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388779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5000"/>
          </a:spcBef>
          <a:spcAft>
            <a:spcPct val="0"/>
          </a:spcAft>
          <a:buClr>
            <a:schemeClr val="bg1"/>
          </a:buClr>
          <a:buSzPct val="100000"/>
          <a:buFont typeface="Wingdings" pitchFamily="2" charset="2"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5000"/>
          </a:spcBef>
          <a:spcAft>
            <a:spcPct val="0"/>
          </a:spcAft>
          <a:buClr>
            <a:schemeClr val="bg1"/>
          </a:buClr>
          <a:buSzPct val="100000"/>
          <a:buFont typeface="Wingdings" pitchFamily="2" charset="2"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</TotalTime>
  <Words>2974</Words>
  <Application>Microsoft Office PowerPoint</Application>
  <PresentationFormat>On-screen Show (4:3)</PresentationFormat>
  <Paragraphs>494</Paragraphs>
  <Slides>55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Consolas</vt:lpstr>
      <vt:lpstr>Tahoma</vt:lpstr>
      <vt:lpstr>Times New Roman</vt:lpstr>
      <vt:lpstr>Verdana</vt:lpstr>
      <vt:lpstr>Wingdings</vt:lpstr>
      <vt:lpstr>Blueprint</vt:lpstr>
      <vt:lpstr>PowerPoint Presentation</vt:lpstr>
      <vt:lpstr>Errata – Lecture on vector</vt:lpstr>
      <vt:lpstr>Outline</vt:lpstr>
      <vt:lpstr>Motivator for accelerators</vt:lpstr>
      <vt:lpstr>When do accelerators make sense?</vt:lpstr>
      <vt:lpstr>Devices and accelerators in the wild</vt:lpstr>
      <vt:lpstr>Examples</vt:lpstr>
      <vt:lpstr>Basic observations</vt:lpstr>
      <vt:lpstr>Case study 1: AESENC</vt:lpstr>
      <vt:lpstr>AES encryption</vt:lpstr>
      <vt:lpstr>AESENC</vt:lpstr>
      <vt:lpstr>Can fit in vector unit!</vt:lpstr>
      <vt:lpstr>TODO</vt:lpstr>
      <vt:lpstr>Performance gain </vt:lpstr>
      <vt:lpstr>Case study 2: a pseudo-NIC</vt:lpstr>
      <vt:lpstr>Slightly unfamiliar view High-level picture – NIC </vt:lpstr>
      <vt:lpstr>Simplified journey of a packet in a fancy NIC</vt:lpstr>
      <vt:lpstr> Agreeing on send locations</vt:lpstr>
      <vt:lpstr> Agreeing on receive location</vt:lpstr>
      <vt:lpstr> Simplified journey of a received packet</vt:lpstr>
      <vt:lpstr>The NIC-CPU system</vt:lpstr>
      <vt:lpstr>Arrivals and departures</vt:lpstr>
      <vt:lpstr>MMIO vs Shared memory</vt:lpstr>
      <vt:lpstr>Simplified picture for our world</vt:lpstr>
      <vt:lpstr>Simplest “IO controller”?</vt:lpstr>
      <vt:lpstr>Case study 3 - Matrix multiply (pseudo-gemmini)</vt:lpstr>
      <vt:lpstr>General Matrix Multiply– The Gemmini accelerators</vt:lpstr>
      <vt:lpstr>Simplified commands for Gemmini-like</vt:lpstr>
      <vt:lpstr>General Matrix Multiply– The Gemmini accelerators</vt:lpstr>
      <vt:lpstr>Gemmini accelerator instructions</vt:lpstr>
      <vt:lpstr>How to send a command from SW?</vt:lpstr>
      <vt:lpstr>Dangerously confusing</vt:lpstr>
      <vt:lpstr>Sketch in BSV</vt:lpstr>
      <vt:lpstr>MMIO-style integration A pseudo-snippet (in future top_pipelined.bsv)</vt:lpstr>
      <vt:lpstr>MMIO-style integration A pseudo-snippet (top_pipelined.bsv)</vt:lpstr>
      <vt:lpstr>MMIO-style integration A pseudo-snippet (top_pipelined.bsv)</vt:lpstr>
      <vt:lpstr>Remark</vt:lpstr>
      <vt:lpstr>Summary so far</vt:lpstr>
      <vt:lpstr>Architectural observations</vt:lpstr>
      <vt:lpstr>Performance considerations</vt:lpstr>
      <vt:lpstr>Latency numbers</vt:lpstr>
      <vt:lpstr>Throughput considerations</vt:lpstr>
      <vt:lpstr>Throughput takeaway FPGA being disappointing </vt:lpstr>
      <vt:lpstr>Software integration</vt:lpstr>
      <vt:lpstr>Using MMIO from SW</vt:lpstr>
      <vt:lpstr>Adding instructions from SW – AES-like</vt:lpstr>
      <vt:lpstr>Adding a new instruction in assembly</vt:lpstr>
      <vt:lpstr>Incantations to inject assembly directly in C</vt:lpstr>
      <vt:lpstr>Software Integration The elephants are in the room</vt:lpstr>
      <vt:lpstr>Something more automatic?</vt:lpstr>
      <vt:lpstr>Compilation challenges The elephants are in the room</vt:lpstr>
      <vt:lpstr>Compilation – Sync issues The elephant are in the room</vt:lpstr>
      <vt:lpstr>Fixed-function GPU</vt:lpstr>
      <vt:lpstr>High-level pictures - GPU </vt:lpstr>
      <vt:lpstr>Graphics pipeline  (openGL-like)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CACA-Lectures</dc:title>
  <dc:subject>Sequential Circuits</dc:subject>
  <dc:creator>Arvind</dc:creator>
  <cp:lastModifiedBy>Martin Chan</cp:lastModifiedBy>
  <cp:revision>118</cp:revision>
  <cp:lastPrinted>1601-01-01T00:00:00Z</cp:lastPrinted>
  <dcterms:created xsi:type="dcterms:W3CDTF">2003-01-21T19:25:41Z</dcterms:created>
  <dcterms:modified xsi:type="dcterms:W3CDTF">2024-04-11T01:44:36Z</dcterms:modified>
</cp:coreProperties>
</file>