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notesMasterIdLst>
    <p:notesMasterId r:id="rId44"/>
  </p:notesMasterIdLst>
  <p:handoutMasterIdLst>
    <p:handoutMasterId r:id="rId45"/>
  </p:handoutMasterIdLst>
  <p:sldIdLst>
    <p:sldId id="1293" r:id="rId2"/>
    <p:sldId id="1514" r:id="rId3"/>
    <p:sldId id="1515" r:id="rId4"/>
    <p:sldId id="1565" r:id="rId5"/>
    <p:sldId id="1527" r:id="rId6"/>
    <p:sldId id="1566" r:id="rId7"/>
    <p:sldId id="1516" r:id="rId8"/>
    <p:sldId id="1510" r:id="rId9"/>
    <p:sldId id="1517" r:id="rId10"/>
    <p:sldId id="1525" r:id="rId11"/>
    <p:sldId id="1531" r:id="rId12"/>
    <p:sldId id="1532" r:id="rId13"/>
    <p:sldId id="1564" r:id="rId14"/>
    <p:sldId id="1569" r:id="rId15"/>
    <p:sldId id="1540" r:id="rId16"/>
    <p:sldId id="1542" r:id="rId17"/>
    <p:sldId id="1541" r:id="rId18"/>
    <p:sldId id="1548" r:id="rId19"/>
    <p:sldId id="1547" r:id="rId20"/>
    <p:sldId id="1545" r:id="rId21"/>
    <p:sldId id="1543" r:id="rId22"/>
    <p:sldId id="1562" r:id="rId23"/>
    <p:sldId id="1549" r:id="rId24"/>
    <p:sldId id="1560" r:id="rId25"/>
    <p:sldId id="1561" r:id="rId26"/>
    <p:sldId id="1559" r:id="rId27"/>
    <p:sldId id="1555" r:id="rId28"/>
    <p:sldId id="1551" r:id="rId29"/>
    <p:sldId id="1568" r:id="rId30"/>
    <p:sldId id="1563" r:id="rId31"/>
    <p:sldId id="1544" r:id="rId32"/>
    <p:sldId id="1546" r:id="rId33"/>
    <p:sldId id="1533" r:id="rId34"/>
    <p:sldId id="1534" r:id="rId35"/>
    <p:sldId id="1536" r:id="rId36"/>
    <p:sldId id="1538" r:id="rId37"/>
    <p:sldId id="1520" r:id="rId38"/>
    <p:sldId id="1553" r:id="rId39"/>
    <p:sldId id="1537" r:id="rId40"/>
    <p:sldId id="1518" r:id="rId41"/>
    <p:sldId id="1519" r:id="rId42"/>
    <p:sldId id="1530" r:id="rId43"/>
  </p:sldIdLst>
  <p:sldSz cx="9144000" cy="6858000" type="screen4x3"/>
  <p:notesSz cx="7010400" cy="9296400"/>
  <p:defaultTextStyle>
    <a:defPPr>
      <a:defRPr lang="en-US"/>
    </a:defPPr>
    <a:lvl1pPr algn="l" rtl="0" fontAlgn="base">
      <a:lnSpc>
        <a:spcPct val="90000"/>
      </a:lnSpc>
      <a:spcBef>
        <a:spcPct val="25000"/>
      </a:spcBef>
      <a:spcAft>
        <a:spcPct val="0"/>
      </a:spcAft>
      <a:buClr>
        <a:schemeClr val="bg1"/>
      </a:buClr>
      <a:buSzPct val="100000"/>
      <a:buFont typeface="Wingdings" pitchFamily="-96" charset="2"/>
      <a:buChar char="•"/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1pPr>
    <a:lvl2pPr marL="457200" algn="l" rtl="0" fontAlgn="base">
      <a:lnSpc>
        <a:spcPct val="90000"/>
      </a:lnSpc>
      <a:spcBef>
        <a:spcPct val="25000"/>
      </a:spcBef>
      <a:spcAft>
        <a:spcPct val="0"/>
      </a:spcAft>
      <a:buClr>
        <a:schemeClr val="bg1"/>
      </a:buClr>
      <a:buSzPct val="100000"/>
      <a:buFont typeface="Wingdings" pitchFamily="-96" charset="2"/>
      <a:buChar char="•"/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2pPr>
    <a:lvl3pPr marL="914400" algn="l" rtl="0" fontAlgn="base">
      <a:lnSpc>
        <a:spcPct val="90000"/>
      </a:lnSpc>
      <a:spcBef>
        <a:spcPct val="25000"/>
      </a:spcBef>
      <a:spcAft>
        <a:spcPct val="0"/>
      </a:spcAft>
      <a:buClr>
        <a:schemeClr val="bg1"/>
      </a:buClr>
      <a:buSzPct val="100000"/>
      <a:buFont typeface="Wingdings" pitchFamily="-96" charset="2"/>
      <a:buChar char="•"/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3pPr>
    <a:lvl4pPr marL="1371600" algn="l" rtl="0" fontAlgn="base">
      <a:lnSpc>
        <a:spcPct val="90000"/>
      </a:lnSpc>
      <a:spcBef>
        <a:spcPct val="25000"/>
      </a:spcBef>
      <a:spcAft>
        <a:spcPct val="0"/>
      </a:spcAft>
      <a:buClr>
        <a:schemeClr val="bg1"/>
      </a:buClr>
      <a:buSzPct val="100000"/>
      <a:buFont typeface="Wingdings" pitchFamily="-96" charset="2"/>
      <a:buChar char="•"/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4pPr>
    <a:lvl5pPr marL="1828800" algn="l" rtl="0" fontAlgn="base">
      <a:lnSpc>
        <a:spcPct val="90000"/>
      </a:lnSpc>
      <a:spcBef>
        <a:spcPct val="25000"/>
      </a:spcBef>
      <a:spcAft>
        <a:spcPct val="0"/>
      </a:spcAft>
      <a:buClr>
        <a:schemeClr val="bg1"/>
      </a:buClr>
      <a:buSzPct val="100000"/>
      <a:buFont typeface="Wingdings" pitchFamily="-96" charset="2"/>
      <a:buChar char="•"/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itchFamily="-96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93B4D6D-D7E1-4AD0-AF5C-E2347D7B68A8}">
          <p14:sldIdLst>
            <p14:sldId id="1293"/>
            <p14:sldId id="1514"/>
            <p14:sldId id="1515"/>
            <p14:sldId id="1565"/>
            <p14:sldId id="1527"/>
            <p14:sldId id="1566"/>
            <p14:sldId id="1516"/>
            <p14:sldId id="1510"/>
            <p14:sldId id="1517"/>
            <p14:sldId id="1525"/>
            <p14:sldId id="1531"/>
            <p14:sldId id="1532"/>
            <p14:sldId id="1564"/>
            <p14:sldId id="1569"/>
            <p14:sldId id="1540"/>
            <p14:sldId id="1542"/>
            <p14:sldId id="1541"/>
            <p14:sldId id="1548"/>
            <p14:sldId id="1547"/>
            <p14:sldId id="1545"/>
            <p14:sldId id="1543"/>
            <p14:sldId id="1562"/>
            <p14:sldId id="1549"/>
            <p14:sldId id="1560"/>
            <p14:sldId id="1561"/>
            <p14:sldId id="1559"/>
            <p14:sldId id="1555"/>
            <p14:sldId id="1551"/>
            <p14:sldId id="1568"/>
            <p14:sldId id="1563"/>
            <p14:sldId id="1544"/>
            <p14:sldId id="1546"/>
            <p14:sldId id="1533"/>
            <p14:sldId id="1534"/>
            <p14:sldId id="1536"/>
            <p14:sldId id="1538"/>
            <p14:sldId id="1520"/>
            <p14:sldId id="1553"/>
            <p14:sldId id="1537"/>
            <p14:sldId id="1518"/>
            <p14:sldId id="1519"/>
            <p14:sldId id="1530"/>
          </p14:sldIdLst>
        </p14:section>
        <p14:section name="Untitled Section" id="{3B40303B-EFDD-450C-9A08-F3B0A84E721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448">
          <p15:clr>
            <a:srgbClr val="A4A3A4"/>
          </p15:clr>
        </p15:guide>
        <p15:guide id="2" pos="19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omas Bourgeat" initials="TB" lastIdx="1" clrIdx="0">
    <p:extLst>
      <p:ext uri="{19B8F6BF-5375-455C-9EA6-DF929625EA0E}">
        <p15:presenceInfo xmlns:p15="http://schemas.microsoft.com/office/powerpoint/2012/main" userId="6fd801170b580c6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3333"/>
    <a:srgbClr val="3F51B5"/>
    <a:srgbClr val="9C27B0"/>
    <a:srgbClr val="40458C"/>
    <a:srgbClr val="DFBD2D"/>
    <a:srgbClr val="FF8080"/>
    <a:srgbClr val="000000"/>
    <a:srgbClr val="FF0000"/>
    <a:srgbClr val="F8F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A1C6B-A112-4F7D-9E78-3154F710ACC7}" v="300" dt="2023-04-13T13:21:14.030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7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557" y="40"/>
      </p:cViewPr>
      <p:guideLst>
        <p:guide orient="horz" pos="2448"/>
        <p:guide pos="19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Bourgeat" userId="6fd801170b580c69" providerId="LiveId" clId="{092BB953-3548-41E1-B471-41FAE4848E78}"/>
    <pc:docChg chg="undo custSel addSld delSld modSld sldOrd modSection">
      <pc:chgData name="Thomas Bourgeat" userId="6fd801170b580c69" providerId="LiveId" clId="{092BB953-3548-41E1-B471-41FAE4848E78}" dt="2023-04-13T12:23:14.275" v="13328"/>
      <pc:docMkLst>
        <pc:docMk/>
      </pc:docMkLst>
      <pc:sldChg chg="modSp mod">
        <pc:chgData name="Thomas Bourgeat" userId="6fd801170b580c69" providerId="LiveId" clId="{092BB953-3548-41E1-B471-41FAE4848E78}" dt="2023-04-13T04:47:27.059" v="7384" actId="20577"/>
        <pc:sldMkLst>
          <pc:docMk/>
          <pc:sldMk cId="2941516965" sldId="1293"/>
        </pc:sldMkLst>
        <pc:spChg chg="mod">
          <ac:chgData name="Thomas Bourgeat" userId="6fd801170b580c69" providerId="LiveId" clId="{092BB953-3548-41E1-B471-41FAE4848E78}" dt="2023-04-13T04:47:27.059" v="7384" actId="20577"/>
          <ac:spMkLst>
            <pc:docMk/>
            <pc:sldMk cId="2941516965" sldId="1293"/>
            <ac:spMk id="3074" creationId="{00000000-0000-0000-0000-000000000000}"/>
          </ac:spMkLst>
        </pc:spChg>
      </pc:sldChg>
      <pc:sldChg chg="modSp new del mod">
        <pc:chgData name="Thomas Bourgeat" userId="6fd801170b580c69" providerId="LiveId" clId="{092BB953-3548-41E1-B471-41FAE4848E78}" dt="2023-04-13T05:37:22.748" v="10099" actId="47"/>
        <pc:sldMkLst>
          <pc:docMk/>
          <pc:sldMk cId="2560446032" sldId="1505"/>
        </pc:sldMkLst>
        <pc:spChg chg="mod">
          <ac:chgData name="Thomas Bourgeat" userId="6fd801170b580c69" providerId="LiveId" clId="{092BB953-3548-41E1-B471-41FAE4848E78}" dt="2023-04-08T15:25:29.469" v="80" actId="20577"/>
          <ac:spMkLst>
            <pc:docMk/>
            <pc:sldMk cId="2560446032" sldId="1505"/>
            <ac:spMk id="2" creationId="{540C8CB3-7E18-49A8-AD20-F3FA7157CBB7}"/>
          </ac:spMkLst>
        </pc:spChg>
      </pc:sldChg>
      <pc:sldChg chg="modSp new mod">
        <pc:chgData name="Thomas Bourgeat" userId="6fd801170b580c69" providerId="LiveId" clId="{092BB953-3548-41E1-B471-41FAE4848E78}" dt="2023-04-08T16:42:41.798" v="129" actId="20577"/>
        <pc:sldMkLst>
          <pc:docMk/>
          <pc:sldMk cId="417257396" sldId="1506"/>
        </pc:sldMkLst>
        <pc:spChg chg="mod">
          <ac:chgData name="Thomas Bourgeat" userId="6fd801170b580c69" providerId="LiveId" clId="{092BB953-3548-41E1-B471-41FAE4848E78}" dt="2023-04-08T16:42:41.798" v="129" actId="20577"/>
          <ac:spMkLst>
            <pc:docMk/>
            <pc:sldMk cId="417257396" sldId="1506"/>
            <ac:spMk id="2" creationId="{61A74B7D-C908-4C38-AF0C-58CB1E9C12D3}"/>
          </ac:spMkLst>
        </pc:spChg>
      </pc:sldChg>
      <pc:sldChg chg="modSp new del mod">
        <pc:chgData name="Thomas Bourgeat" userId="6fd801170b580c69" providerId="LiveId" clId="{092BB953-3548-41E1-B471-41FAE4848E78}" dt="2023-04-13T05:37:27.568" v="10101" actId="47"/>
        <pc:sldMkLst>
          <pc:docMk/>
          <pc:sldMk cId="3640247003" sldId="1507"/>
        </pc:sldMkLst>
        <pc:spChg chg="mod">
          <ac:chgData name="Thomas Bourgeat" userId="6fd801170b580c69" providerId="LiveId" clId="{092BB953-3548-41E1-B471-41FAE4848E78}" dt="2023-04-09T16:00:12.929" v="216" actId="20577"/>
          <ac:spMkLst>
            <pc:docMk/>
            <pc:sldMk cId="3640247003" sldId="1507"/>
            <ac:spMk id="2" creationId="{AB6EAD0C-3531-44EF-AAE4-2D9730B9EDF7}"/>
          </ac:spMkLst>
        </pc:spChg>
      </pc:sldChg>
      <pc:sldChg chg="modSp new del mod">
        <pc:chgData name="Thomas Bourgeat" userId="6fd801170b580c69" providerId="LiveId" clId="{092BB953-3548-41E1-B471-41FAE4848E78}" dt="2023-04-13T05:37:26.284" v="10100" actId="47"/>
        <pc:sldMkLst>
          <pc:docMk/>
          <pc:sldMk cId="3510496966" sldId="1508"/>
        </pc:sldMkLst>
        <pc:spChg chg="mod">
          <ac:chgData name="Thomas Bourgeat" userId="6fd801170b580c69" providerId="LiveId" clId="{092BB953-3548-41E1-B471-41FAE4848E78}" dt="2023-04-09T16:30:44.607" v="246" actId="20577"/>
          <ac:spMkLst>
            <pc:docMk/>
            <pc:sldMk cId="3510496966" sldId="1508"/>
            <ac:spMk id="2" creationId="{93B7808B-BBDF-4CF1-8449-5646ADDDCEDC}"/>
          </ac:spMkLst>
        </pc:spChg>
      </pc:sldChg>
      <pc:sldChg chg="new del">
        <pc:chgData name="Thomas Bourgeat" userId="6fd801170b580c69" providerId="LiveId" clId="{092BB953-3548-41E1-B471-41FAE4848E78}" dt="2023-04-09T16:30:46.643" v="247" actId="47"/>
        <pc:sldMkLst>
          <pc:docMk/>
          <pc:sldMk cId="172782756" sldId="1509"/>
        </pc:sldMkLst>
      </pc:sldChg>
      <pc:sldChg chg="modSp new mod">
        <pc:chgData name="Thomas Bourgeat" userId="6fd801170b580c69" providerId="LiveId" clId="{092BB953-3548-41E1-B471-41FAE4848E78}" dt="2023-04-09T16:30:51.845" v="262" actId="20577"/>
        <pc:sldMkLst>
          <pc:docMk/>
          <pc:sldMk cId="1656913646" sldId="1509"/>
        </pc:sldMkLst>
        <pc:spChg chg="mod">
          <ac:chgData name="Thomas Bourgeat" userId="6fd801170b580c69" providerId="LiveId" clId="{092BB953-3548-41E1-B471-41FAE4848E78}" dt="2023-04-09T16:30:51.845" v="262" actId="20577"/>
          <ac:spMkLst>
            <pc:docMk/>
            <pc:sldMk cId="1656913646" sldId="1509"/>
            <ac:spMk id="2" creationId="{64FAF64B-0A08-470D-97F7-DAF98BE73A89}"/>
          </ac:spMkLst>
        </pc:spChg>
      </pc:sldChg>
      <pc:sldChg chg="modSp mod ord modAnim">
        <pc:chgData name="Thomas Bourgeat" userId="6fd801170b580c69" providerId="LiveId" clId="{092BB953-3548-41E1-B471-41FAE4848E78}" dt="2023-04-13T02:46:27.178" v="2592" actId="6549"/>
        <pc:sldMkLst>
          <pc:docMk/>
          <pc:sldMk cId="3697743295" sldId="1510"/>
        </pc:sldMkLst>
        <pc:spChg chg="mod">
          <ac:chgData name="Thomas Bourgeat" userId="6fd801170b580c69" providerId="LiveId" clId="{092BB953-3548-41E1-B471-41FAE4848E78}" dt="2023-04-11T04:39:52.049" v="818" actId="20577"/>
          <ac:spMkLst>
            <pc:docMk/>
            <pc:sldMk cId="3697743295" sldId="1510"/>
            <ac:spMk id="2" creationId="{A38FB6B9-9AF9-26E1-33FD-F78FF5769C77}"/>
          </ac:spMkLst>
        </pc:spChg>
        <pc:spChg chg="mod">
          <ac:chgData name="Thomas Bourgeat" userId="6fd801170b580c69" providerId="LiveId" clId="{092BB953-3548-41E1-B471-41FAE4848E78}" dt="2023-04-13T02:46:27.178" v="2592" actId="6549"/>
          <ac:spMkLst>
            <pc:docMk/>
            <pc:sldMk cId="3697743295" sldId="1510"/>
            <ac:spMk id="3" creationId="{C7E8B5CE-177F-9C6C-4431-AEBF75EDDAEE}"/>
          </ac:spMkLst>
        </pc:spChg>
      </pc:sldChg>
      <pc:sldChg chg="del">
        <pc:chgData name="Thomas Bourgeat" userId="6fd801170b580c69" providerId="LiveId" clId="{092BB953-3548-41E1-B471-41FAE4848E78}" dt="2023-04-13T05:37:28.921" v="10102" actId="47"/>
        <pc:sldMkLst>
          <pc:docMk/>
          <pc:sldMk cId="7647228" sldId="1512"/>
        </pc:sldMkLst>
      </pc:sldChg>
      <pc:sldChg chg="del">
        <pc:chgData name="Thomas Bourgeat" userId="6fd801170b580c69" providerId="LiveId" clId="{092BB953-3548-41E1-B471-41FAE4848E78}" dt="2023-04-13T05:37:22.748" v="10099" actId="47"/>
        <pc:sldMkLst>
          <pc:docMk/>
          <pc:sldMk cId="1898320110" sldId="1513"/>
        </pc:sldMkLst>
      </pc:sldChg>
      <pc:sldChg chg="addSp delSp modSp mod modAnim">
        <pc:chgData name="Thomas Bourgeat" userId="6fd801170b580c69" providerId="LiveId" clId="{092BB953-3548-41E1-B471-41FAE4848E78}" dt="2023-04-13T02:36:48.599" v="2575"/>
        <pc:sldMkLst>
          <pc:docMk/>
          <pc:sldMk cId="2657668136" sldId="1515"/>
        </pc:sldMkLst>
        <pc:spChg chg="mod">
          <ac:chgData name="Thomas Bourgeat" userId="6fd801170b580c69" providerId="LiveId" clId="{092BB953-3548-41E1-B471-41FAE4848E78}" dt="2023-04-11T04:31:36.176" v="790" actId="20577"/>
          <ac:spMkLst>
            <pc:docMk/>
            <pc:sldMk cId="2657668136" sldId="1515"/>
            <ac:spMk id="3" creationId="{94B47C33-E3CF-4081-1334-52BCF9FD8130}"/>
          </ac:spMkLst>
        </pc:spChg>
        <pc:spChg chg="mod">
          <ac:chgData name="Thomas Bourgeat" userId="6fd801170b580c69" providerId="LiveId" clId="{092BB953-3548-41E1-B471-41FAE4848E78}" dt="2023-04-12T14:07:01.133" v="1308" actId="122"/>
          <ac:spMkLst>
            <pc:docMk/>
            <pc:sldMk cId="2657668136" sldId="1515"/>
            <ac:spMk id="9" creationId="{C0FFA882-5270-64AF-936A-EE8C5AE7CA4D}"/>
          </ac:spMkLst>
        </pc:spChg>
        <pc:spChg chg="add mod">
          <ac:chgData name="Thomas Bourgeat" userId="6fd801170b580c69" providerId="LiveId" clId="{092BB953-3548-41E1-B471-41FAE4848E78}" dt="2023-04-12T14:08:59.571" v="1327" actId="1035"/>
          <ac:spMkLst>
            <pc:docMk/>
            <pc:sldMk cId="2657668136" sldId="1515"/>
            <ac:spMk id="14" creationId="{6A90398C-F2B5-4374-B107-0714AC780F20}"/>
          </ac:spMkLst>
        </pc:spChg>
        <pc:picChg chg="add del mod">
          <ac:chgData name="Thomas Bourgeat" userId="6fd801170b580c69" providerId="LiveId" clId="{092BB953-3548-41E1-B471-41FAE4848E78}" dt="2023-04-12T14:05:25.489" v="1298" actId="478"/>
          <ac:picMkLst>
            <pc:docMk/>
            <pc:sldMk cId="2657668136" sldId="1515"/>
            <ac:picMk id="7" creationId="{7C460998-3B95-4FBA-9264-A57195A39BFD}"/>
          </ac:picMkLst>
        </pc:picChg>
        <pc:picChg chg="add del mod">
          <ac:chgData name="Thomas Bourgeat" userId="6fd801170b580c69" providerId="LiveId" clId="{092BB953-3548-41E1-B471-41FAE4848E78}" dt="2023-04-12T14:06:16.980" v="1300" actId="478"/>
          <ac:picMkLst>
            <pc:docMk/>
            <pc:sldMk cId="2657668136" sldId="1515"/>
            <ac:picMk id="11" creationId="{4F735B70-565D-4513-8873-161D6EDD572D}"/>
          </ac:picMkLst>
        </pc:picChg>
        <pc:picChg chg="add mod">
          <ac:chgData name="Thomas Bourgeat" userId="6fd801170b580c69" providerId="LiveId" clId="{092BB953-3548-41E1-B471-41FAE4848E78}" dt="2023-04-12T14:07:33.976" v="1313" actId="1076"/>
          <ac:picMkLst>
            <pc:docMk/>
            <pc:sldMk cId="2657668136" sldId="1515"/>
            <ac:picMk id="13" creationId="{33CE4FAA-4C90-4FD3-9766-1D46B96B0633}"/>
          </ac:picMkLst>
        </pc:picChg>
      </pc:sldChg>
      <pc:sldChg chg="modSp new mod">
        <pc:chgData name="Thomas Bourgeat" userId="6fd801170b580c69" providerId="LiveId" clId="{092BB953-3548-41E1-B471-41FAE4848E78}" dt="2023-04-12T14:03:08.604" v="1296" actId="20577"/>
        <pc:sldMkLst>
          <pc:docMk/>
          <pc:sldMk cId="328624736" sldId="1516"/>
        </pc:sldMkLst>
        <pc:spChg chg="mod">
          <ac:chgData name="Thomas Bourgeat" userId="6fd801170b580c69" providerId="LiveId" clId="{092BB953-3548-41E1-B471-41FAE4848E78}" dt="2023-04-11T04:07:15.633" v="734" actId="20577"/>
          <ac:spMkLst>
            <pc:docMk/>
            <pc:sldMk cId="328624736" sldId="1516"/>
            <ac:spMk id="2" creationId="{ADB8DFF1-1BC3-44D4-9505-5843FFE978BE}"/>
          </ac:spMkLst>
        </pc:spChg>
        <pc:spChg chg="mod">
          <ac:chgData name="Thomas Bourgeat" userId="6fd801170b580c69" providerId="LiveId" clId="{092BB953-3548-41E1-B471-41FAE4848E78}" dt="2023-04-12T14:03:08.604" v="1296" actId="20577"/>
          <ac:spMkLst>
            <pc:docMk/>
            <pc:sldMk cId="328624736" sldId="1516"/>
            <ac:spMk id="3" creationId="{61E9A1AC-D598-412D-8D7C-4CA59C265418}"/>
          </ac:spMkLst>
        </pc:spChg>
      </pc:sldChg>
      <pc:sldChg chg="addSp delSp modSp new mod modAnim addCm delCm">
        <pc:chgData name="Thomas Bourgeat" userId="6fd801170b580c69" providerId="LiveId" clId="{092BB953-3548-41E1-B471-41FAE4848E78}" dt="2023-04-13T03:22:17.262" v="3942" actId="20577"/>
        <pc:sldMkLst>
          <pc:docMk/>
          <pc:sldMk cId="3975819189" sldId="1517"/>
        </pc:sldMkLst>
        <pc:spChg chg="mod">
          <ac:chgData name="Thomas Bourgeat" userId="6fd801170b580c69" providerId="LiveId" clId="{092BB953-3548-41E1-B471-41FAE4848E78}" dt="2023-04-11T04:19:29.943" v="788" actId="20577"/>
          <ac:spMkLst>
            <pc:docMk/>
            <pc:sldMk cId="3975819189" sldId="1517"/>
            <ac:spMk id="2" creationId="{4E2D166D-DDC3-4244-B4EB-5894D15023DD}"/>
          </ac:spMkLst>
        </pc:spChg>
        <pc:spChg chg="mod">
          <ac:chgData name="Thomas Bourgeat" userId="6fd801170b580c69" providerId="LiveId" clId="{092BB953-3548-41E1-B471-41FAE4848E78}" dt="2023-04-13T03:22:17.262" v="3942" actId="20577"/>
          <ac:spMkLst>
            <pc:docMk/>
            <pc:sldMk cId="3975819189" sldId="1517"/>
            <ac:spMk id="3" creationId="{6FBA9DC7-6D61-481A-84E8-A577D6F90845}"/>
          </ac:spMkLst>
        </pc:spChg>
        <pc:spChg chg="add mod">
          <ac:chgData name="Thomas Bourgeat" userId="6fd801170b580c69" providerId="LiveId" clId="{092BB953-3548-41E1-B471-41FAE4848E78}" dt="2023-04-13T01:35:11.844" v="1419" actId="1076"/>
          <ac:spMkLst>
            <pc:docMk/>
            <pc:sldMk cId="3975819189" sldId="1517"/>
            <ac:spMk id="8" creationId="{A8E2635E-AD27-4F3C-9747-E5EF06B59FFA}"/>
          </ac:spMkLst>
        </pc:spChg>
        <pc:spChg chg="add mod">
          <ac:chgData name="Thomas Bourgeat" userId="6fd801170b580c69" providerId="LiveId" clId="{092BB953-3548-41E1-B471-41FAE4848E78}" dt="2023-04-13T01:35:13.594" v="1420" actId="1076"/>
          <ac:spMkLst>
            <pc:docMk/>
            <pc:sldMk cId="3975819189" sldId="1517"/>
            <ac:spMk id="10" creationId="{EAAC5169-95FA-4A00-916C-3B35CC494506}"/>
          </ac:spMkLst>
        </pc:spChg>
        <pc:graphicFrameChg chg="add mod modGraphic">
          <ac:chgData name="Thomas Bourgeat" userId="6fd801170b580c69" providerId="LiveId" clId="{092BB953-3548-41E1-B471-41FAE4848E78}" dt="2023-04-13T01:35:11.844" v="1419" actId="1076"/>
          <ac:graphicFrameMkLst>
            <pc:docMk/>
            <pc:sldMk cId="3975819189" sldId="1517"/>
            <ac:graphicFrameMk id="6" creationId="{85238C1D-4108-4ADE-8092-AF4A386DCD09}"/>
          </ac:graphicFrameMkLst>
        </pc:graphicFrameChg>
        <pc:graphicFrameChg chg="add del mod">
          <ac:chgData name="Thomas Bourgeat" userId="6fd801170b580c69" providerId="LiveId" clId="{092BB953-3548-41E1-B471-41FAE4848E78}" dt="2023-04-13T01:34:02.105" v="1368" actId="478"/>
          <ac:graphicFrameMkLst>
            <pc:docMk/>
            <pc:sldMk cId="3975819189" sldId="1517"/>
            <ac:graphicFrameMk id="7" creationId="{50C7BB7D-A7B0-4DAF-B54B-8F620A9E9062}"/>
          </ac:graphicFrameMkLst>
        </pc:graphicFrameChg>
        <pc:graphicFrameChg chg="add mod modGraphic">
          <ac:chgData name="Thomas Bourgeat" userId="6fd801170b580c69" providerId="LiveId" clId="{092BB953-3548-41E1-B471-41FAE4848E78}" dt="2023-04-13T01:35:11.844" v="1419" actId="1076"/>
          <ac:graphicFrameMkLst>
            <pc:docMk/>
            <pc:sldMk cId="3975819189" sldId="1517"/>
            <ac:graphicFrameMk id="9" creationId="{811034ED-14A4-4603-9CAE-ED67B2635A06}"/>
          </ac:graphicFrameMkLst>
        </pc:graphicFrameChg>
      </pc:sldChg>
      <pc:sldChg chg="modSp new del mod">
        <pc:chgData name="Thomas Bourgeat" userId="6fd801170b580c69" providerId="LiveId" clId="{092BB953-3548-41E1-B471-41FAE4848E78}" dt="2023-04-13T04:00:11.757" v="5113" actId="2696"/>
        <pc:sldMkLst>
          <pc:docMk/>
          <pc:sldMk cId="1073447100" sldId="1518"/>
        </pc:sldMkLst>
        <pc:spChg chg="mod">
          <ac:chgData name="Thomas Bourgeat" userId="6fd801170b580c69" providerId="LiveId" clId="{092BB953-3548-41E1-B471-41FAE4848E78}" dt="2023-04-11T05:00:20.607" v="855" actId="20577"/>
          <ac:spMkLst>
            <pc:docMk/>
            <pc:sldMk cId="1073447100" sldId="1518"/>
            <ac:spMk id="2" creationId="{585C60DC-2F58-44F3-A88E-2D4B11E74FC2}"/>
          </ac:spMkLst>
        </pc:spChg>
      </pc:sldChg>
      <pc:sldChg chg="add del">
        <pc:chgData name="Thomas Bourgeat" userId="6fd801170b580c69" providerId="LiveId" clId="{092BB953-3548-41E1-B471-41FAE4848E78}" dt="2023-04-13T04:00:28.942" v="5115"/>
        <pc:sldMkLst>
          <pc:docMk/>
          <pc:sldMk cId="1645626657" sldId="1518"/>
        </pc:sldMkLst>
      </pc:sldChg>
      <pc:sldChg chg="modSp add mod">
        <pc:chgData name="Thomas Bourgeat" userId="6fd801170b580c69" providerId="LiveId" clId="{092BB953-3548-41E1-B471-41FAE4848E78}" dt="2023-04-13T05:46:42.086" v="10254" actId="20577"/>
        <pc:sldMkLst>
          <pc:docMk/>
          <pc:sldMk cId="3550421486" sldId="1518"/>
        </pc:sldMkLst>
        <pc:spChg chg="mod">
          <ac:chgData name="Thomas Bourgeat" userId="6fd801170b580c69" providerId="LiveId" clId="{092BB953-3548-41E1-B471-41FAE4848E78}" dt="2023-04-13T05:46:42.086" v="10254" actId="20577"/>
          <ac:spMkLst>
            <pc:docMk/>
            <pc:sldMk cId="3550421486" sldId="1518"/>
            <ac:spMk id="2" creationId="{585C60DC-2F58-44F3-A88E-2D4B11E74FC2}"/>
          </ac:spMkLst>
        </pc:spChg>
        <pc:spChg chg="mod">
          <ac:chgData name="Thomas Bourgeat" userId="6fd801170b580c69" providerId="LiveId" clId="{092BB953-3548-41E1-B471-41FAE4848E78}" dt="2023-04-13T05:46:25.549" v="10231" actId="20577"/>
          <ac:spMkLst>
            <pc:docMk/>
            <pc:sldMk cId="3550421486" sldId="1518"/>
            <ac:spMk id="3" creationId="{96BCFD40-2992-4BB1-A27F-CCF5A3C24B47}"/>
          </ac:spMkLst>
        </pc:spChg>
      </pc:sldChg>
      <pc:sldChg chg="add del">
        <pc:chgData name="Thomas Bourgeat" userId="6fd801170b580c69" providerId="LiveId" clId="{092BB953-3548-41E1-B471-41FAE4848E78}" dt="2023-04-13T04:00:28.942" v="5115"/>
        <pc:sldMkLst>
          <pc:docMk/>
          <pc:sldMk cId="743672241" sldId="1519"/>
        </pc:sldMkLst>
      </pc:sldChg>
      <pc:sldChg chg="modSp add mod ord modAnim">
        <pc:chgData name="Thomas Bourgeat" userId="6fd801170b580c69" providerId="LiveId" clId="{092BB953-3548-41E1-B471-41FAE4848E78}" dt="2023-04-13T05:52:24.012" v="10692" actId="1076"/>
        <pc:sldMkLst>
          <pc:docMk/>
          <pc:sldMk cId="2377371699" sldId="1519"/>
        </pc:sldMkLst>
        <pc:spChg chg="mod">
          <ac:chgData name="Thomas Bourgeat" userId="6fd801170b580c69" providerId="LiveId" clId="{092BB953-3548-41E1-B471-41FAE4848E78}" dt="2023-04-13T04:00:45.773" v="5144" actId="20577"/>
          <ac:spMkLst>
            <pc:docMk/>
            <pc:sldMk cId="2377371699" sldId="1519"/>
            <ac:spMk id="2" creationId="{585C60DC-2F58-44F3-A88E-2D4B11E74FC2}"/>
          </ac:spMkLst>
        </pc:spChg>
        <pc:spChg chg="mod">
          <ac:chgData name="Thomas Bourgeat" userId="6fd801170b580c69" providerId="LiveId" clId="{092BB953-3548-41E1-B471-41FAE4848E78}" dt="2023-04-13T05:52:24.012" v="10692" actId="1076"/>
          <ac:spMkLst>
            <pc:docMk/>
            <pc:sldMk cId="2377371699" sldId="1519"/>
            <ac:spMk id="3" creationId="{96BCFD40-2992-4BB1-A27F-CCF5A3C24B47}"/>
          </ac:spMkLst>
        </pc:spChg>
      </pc:sldChg>
      <pc:sldChg chg="modSp add del mod">
        <pc:chgData name="Thomas Bourgeat" userId="6fd801170b580c69" providerId="LiveId" clId="{092BB953-3548-41E1-B471-41FAE4848E78}" dt="2023-04-13T04:00:11.757" v="5113" actId="2696"/>
        <pc:sldMkLst>
          <pc:docMk/>
          <pc:sldMk cId="4128018539" sldId="1519"/>
        </pc:sldMkLst>
        <pc:spChg chg="mod">
          <ac:chgData name="Thomas Bourgeat" userId="6fd801170b580c69" providerId="LiveId" clId="{092BB953-3548-41E1-B471-41FAE4848E78}" dt="2023-04-11T05:00:26.671" v="879" actId="20577"/>
          <ac:spMkLst>
            <pc:docMk/>
            <pc:sldMk cId="4128018539" sldId="1519"/>
            <ac:spMk id="2" creationId="{585C60DC-2F58-44F3-A88E-2D4B11E74FC2}"/>
          </ac:spMkLst>
        </pc:spChg>
      </pc:sldChg>
      <pc:sldChg chg="modSp new mod ord modAnim">
        <pc:chgData name="Thomas Bourgeat" userId="6fd801170b580c69" providerId="LiveId" clId="{092BB953-3548-41E1-B471-41FAE4848E78}" dt="2023-04-13T05:34:04.415" v="9890" actId="20577"/>
        <pc:sldMkLst>
          <pc:docMk/>
          <pc:sldMk cId="1199794965" sldId="1520"/>
        </pc:sldMkLst>
        <pc:spChg chg="mod">
          <ac:chgData name="Thomas Bourgeat" userId="6fd801170b580c69" providerId="LiveId" clId="{092BB953-3548-41E1-B471-41FAE4848E78}" dt="2023-04-13T05:31:13.133" v="9562" actId="20577"/>
          <ac:spMkLst>
            <pc:docMk/>
            <pc:sldMk cId="1199794965" sldId="1520"/>
            <ac:spMk id="2" creationId="{72A9ECC2-309D-4C10-B4DD-52A0E30CE0F7}"/>
          </ac:spMkLst>
        </pc:spChg>
        <pc:spChg chg="mod">
          <ac:chgData name="Thomas Bourgeat" userId="6fd801170b580c69" providerId="LiveId" clId="{092BB953-3548-41E1-B471-41FAE4848E78}" dt="2023-04-13T05:34:04.415" v="9890" actId="20577"/>
          <ac:spMkLst>
            <pc:docMk/>
            <pc:sldMk cId="1199794965" sldId="1520"/>
            <ac:spMk id="3" creationId="{36892D11-5432-469B-AC96-DE379BDBD507}"/>
          </ac:spMkLst>
        </pc:spChg>
      </pc:sldChg>
      <pc:sldChg chg="modSp add del mod">
        <pc:chgData name="Thomas Bourgeat" userId="6fd801170b580c69" providerId="LiveId" clId="{092BB953-3548-41E1-B471-41FAE4848E78}" dt="2023-04-13T05:37:14.327" v="10096" actId="47"/>
        <pc:sldMkLst>
          <pc:docMk/>
          <pc:sldMk cId="616603978" sldId="1521"/>
        </pc:sldMkLst>
        <pc:spChg chg="mod">
          <ac:chgData name="Thomas Bourgeat" userId="6fd801170b580c69" providerId="LiveId" clId="{092BB953-3548-41E1-B471-41FAE4848E78}" dt="2023-04-11T05:02:52.428" v="946" actId="20577"/>
          <ac:spMkLst>
            <pc:docMk/>
            <pc:sldMk cId="616603978" sldId="1521"/>
            <ac:spMk id="2" creationId="{72A9ECC2-309D-4C10-B4DD-52A0E30CE0F7}"/>
          </ac:spMkLst>
        </pc:spChg>
      </pc:sldChg>
      <pc:sldChg chg="modSp new del mod">
        <pc:chgData name="Thomas Bourgeat" userId="6fd801170b580c69" providerId="LiveId" clId="{092BB953-3548-41E1-B471-41FAE4848E78}" dt="2023-04-13T05:37:19.045" v="10098" actId="47"/>
        <pc:sldMkLst>
          <pc:docMk/>
          <pc:sldMk cId="2754761837" sldId="1522"/>
        </pc:sldMkLst>
        <pc:spChg chg="mod">
          <ac:chgData name="Thomas Bourgeat" userId="6fd801170b580c69" providerId="LiveId" clId="{092BB953-3548-41E1-B471-41FAE4848E78}" dt="2023-04-11T05:03:51.654" v="965" actId="20577"/>
          <ac:spMkLst>
            <pc:docMk/>
            <pc:sldMk cId="2754761837" sldId="1522"/>
            <ac:spMk id="2" creationId="{18B1FB02-A6CA-422B-A455-4544C16ADBA6}"/>
          </ac:spMkLst>
        </pc:spChg>
      </pc:sldChg>
      <pc:sldChg chg="add del mod ord modShow">
        <pc:chgData name="Thomas Bourgeat" userId="6fd801170b580c69" providerId="LiveId" clId="{092BB953-3548-41E1-B471-41FAE4848E78}" dt="2023-04-13T06:43:53.853" v="12583" actId="47"/>
        <pc:sldMkLst>
          <pc:docMk/>
          <pc:sldMk cId="1766748114" sldId="1523"/>
        </pc:sldMkLst>
      </pc:sldChg>
      <pc:sldChg chg="modSp new del mod">
        <pc:chgData name="Thomas Bourgeat" userId="6fd801170b580c69" providerId="LiveId" clId="{092BB953-3548-41E1-B471-41FAE4848E78}" dt="2023-04-13T05:37:29.943" v="10103" actId="2696"/>
        <pc:sldMkLst>
          <pc:docMk/>
          <pc:sldMk cId="2837829051" sldId="1523"/>
        </pc:sldMkLst>
        <pc:spChg chg="mod">
          <ac:chgData name="Thomas Bourgeat" userId="6fd801170b580c69" providerId="LiveId" clId="{092BB953-3548-41E1-B471-41FAE4848E78}" dt="2023-04-11T05:05:43.442" v="987" actId="20577"/>
          <ac:spMkLst>
            <pc:docMk/>
            <pc:sldMk cId="2837829051" sldId="1523"/>
            <ac:spMk id="2" creationId="{EF7A569E-2869-4EAC-A773-5911220E5B04}"/>
          </ac:spMkLst>
        </pc:spChg>
      </pc:sldChg>
      <pc:sldChg chg="modSp new del mod">
        <pc:chgData name="Thomas Bourgeat" userId="6fd801170b580c69" providerId="LiveId" clId="{092BB953-3548-41E1-B471-41FAE4848E78}" dt="2023-04-13T05:37:16.059" v="10097" actId="47"/>
        <pc:sldMkLst>
          <pc:docMk/>
          <pc:sldMk cId="355916886" sldId="1524"/>
        </pc:sldMkLst>
        <pc:spChg chg="mod">
          <ac:chgData name="Thomas Bourgeat" userId="6fd801170b580c69" providerId="LiveId" clId="{092BB953-3548-41E1-B471-41FAE4848E78}" dt="2023-04-11T05:06:12.053" v="1022" actId="14100"/>
          <ac:spMkLst>
            <pc:docMk/>
            <pc:sldMk cId="355916886" sldId="1524"/>
            <ac:spMk id="2" creationId="{23BCBD19-405E-4B6E-9FE7-D61DDBBF8A59}"/>
          </ac:spMkLst>
        </pc:spChg>
      </pc:sldChg>
      <pc:sldChg chg="modSp mod">
        <pc:chgData name="Thomas Bourgeat" userId="6fd801170b580c69" providerId="LiveId" clId="{092BB953-3548-41E1-B471-41FAE4848E78}" dt="2023-04-13T03:12:45.313" v="3847" actId="5793"/>
        <pc:sldMkLst>
          <pc:docMk/>
          <pc:sldMk cId="1152047443" sldId="1525"/>
        </pc:sldMkLst>
        <pc:spChg chg="mod">
          <ac:chgData name="Thomas Bourgeat" userId="6fd801170b580c69" providerId="LiveId" clId="{092BB953-3548-41E1-B471-41FAE4848E78}" dt="2023-04-13T03:12:45.313" v="3847" actId="5793"/>
          <ac:spMkLst>
            <pc:docMk/>
            <pc:sldMk cId="1152047443" sldId="1525"/>
            <ac:spMk id="2" creationId="{CFFC5D5B-22DB-83A4-56D8-7895C24E92C1}"/>
          </ac:spMkLst>
        </pc:spChg>
        <pc:spChg chg="mod">
          <ac:chgData name="Thomas Bourgeat" userId="6fd801170b580c69" providerId="LiveId" clId="{092BB953-3548-41E1-B471-41FAE4848E78}" dt="2023-04-13T02:52:22.355" v="2743" actId="20577"/>
          <ac:spMkLst>
            <pc:docMk/>
            <pc:sldMk cId="1152047443" sldId="1525"/>
            <ac:spMk id="3" creationId="{70C2AA2E-CF42-4097-EC4F-E8BEBEBBAA39}"/>
          </ac:spMkLst>
        </pc:spChg>
      </pc:sldChg>
      <pc:sldChg chg="modSp del mod">
        <pc:chgData name="Thomas Bourgeat" userId="6fd801170b580c69" providerId="LiveId" clId="{092BB953-3548-41E1-B471-41FAE4848E78}" dt="2023-04-13T05:35:44.257" v="9996" actId="47"/>
        <pc:sldMkLst>
          <pc:docMk/>
          <pc:sldMk cId="492197528" sldId="1528"/>
        </pc:sldMkLst>
        <pc:spChg chg="mod">
          <ac:chgData name="Thomas Bourgeat" userId="6fd801170b580c69" providerId="LiveId" clId="{092BB953-3548-41E1-B471-41FAE4848E78}" dt="2023-04-13T04:00:02.805" v="5112" actId="20577"/>
          <ac:spMkLst>
            <pc:docMk/>
            <pc:sldMk cId="492197528" sldId="1528"/>
            <ac:spMk id="6" creationId="{DF8893DA-1515-9DE3-B560-D6D1EF8F1FA3}"/>
          </ac:spMkLst>
        </pc:spChg>
      </pc:sldChg>
      <pc:sldChg chg="modSp new del mod ord">
        <pc:chgData name="Thomas Bourgeat" userId="6fd801170b580c69" providerId="LiveId" clId="{092BB953-3548-41E1-B471-41FAE4848E78}" dt="2023-04-13T03:28:59.930" v="4227" actId="47"/>
        <pc:sldMkLst>
          <pc:docMk/>
          <pc:sldMk cId="4270696355" sldId="1529"/>
        </pc:sldMkLst>
        <pc:spChg chg="mod">
          <ac:chgData name="Thomas Bourgeat" userId="6fd801170b580c69" providerId="LiveId" clId="{092BB953-3548-41E1-B471-41FAE4848E78}" dt="2023-04-13T01:36:00.651" v="1470" actId="20577"/>
          <ac:spMkLst>
            <pc:docMk/>
            <pc:sldMk cId="4270696355" sldId="1529"/>
            <ac:spMk id="2" creationId="{DFBE37B4-FA90-4B25-A8DA-2A5DFF85DF6A}"/>
          </ac:spMkLst>
        </pc:spChg>
      </pc:sldChg>
      <pc:sldChg chg="modSp new mod ord modAnim">
        <pc:chgData name="Thomas Bourgeat" userId="6fd801170b580c69" providerId="LiveId" clId="{092BB953-3548-41E1-B471-41FAE4848E78}" dt="2023-04-13T05:55:20.297" v="10867" actId="20577"/>
        <pc:sldMkLst>
          <pc:docMk/>
          <pc:sldMk cId="1195735943" sldId="1530"/>
        </pc:sldMkLst>
        <pc:spChg chg="mod">
          <ac:chgData name="Thomas Bourgeat" userId="6fd801170b580c69" providerId="LiveId" clId="{092BB953-3548-41E1-B471-41FAE4848E78}" dt="2023-04-13T05:50:53.208" v="10675" actId="20577"/>
          <ac:spMkLst>
            <pc:docMk/>
            <pc:sldMk cId="1195735943" sldId="1530"/>
            <ac:spMk id="2" creationId="{DA1D5067-221F-4CB8-8B57-5A9C07449398}"/>
          </ac:spMkLst>
        </pc:spChg>
        <pc:spChg chg="mod">
          <ac:chgData name="Thomas Bourgeat" userId="6fd801170b580c69" providerId="LiveId" clId="{092BB953-3548-41E1-B471-41FAE4848E78}" dt="2023-04-13T05:55:20.297" v="10867" actId="20577"/>
          <ac:spMkLst>
            <pc:docMk/>
            <pc:sldMk cId="1195735943" sldId="1530"/>
            <ac:spMk id="3" creationId="{72325D97-1945-4B6D-BED6-084F96CB50AC}"/>
          </ac:spMkLst>
        </pc:spChg>
      </pc:sldChg>
      <pc:sldChg chg="addSp delSp modSp add mod">
        <pc:chgData name="Thomas Bourgeat" userId="6fd801170b580c69" providerId="LiveId" clId="{092BB953-3548-41E1-B471-41FAE4848E78}" dt="2023-04-13T02:45:55.630" v="2578"/>
        <pc:sldMkLst>
          <pc:docMk/>
          <pc:sldMk cId="4177316749" sldId="1531"/>
        </pc:sldMkLst>
        <pc:spChg chg="mod">
          <ac:chgData name="Thomas Bourgeat" userId="6fd801170b580c69" providerId="LiveId" clId="{092BB953-3548-41E1-B471-41FAE4848E78}" dt="2023-04-13T02:22:55.204" v="2104" actId="20577"/>
          <ac:spMkLst>
            <pc:docMk/>
            <pc:sldMk cId="4177316749" sldId="1531"/>
            <ac:spMk id="2" creationId="{CFFC5D5B-22DB-83A4-56D8-7895C24E92C1}"/>
          </ac:spMkLst>
        </pc:spChg>
        <pc:spChg chg="mod">
          <ac:chgData name="Thomas Bourgeat" userId="6fd801170b580c69" providerId="LiveId" clId="{092BB953-3548-41E1-B471-41FAE4848E78}" dt="2023-04-13T02:24:22.755" v="2138" actId="20577"/>
          <ac:spMkLst>
            <pc:docMk/>
            <pc:sldMk cId="4177316749" sldId="1531"/>
            <ac:spMk id="3" creationId="{70C2AA2E-CF42-4097-EC4F-E8BEBEBBAA39}"/>
          </ac:spMkLst>
        </pc:spChg>
        <pc:spChg chg="add mod">
          <ac:chgData name="Thomas Bourgeat" userId="6fd801170b580c69" providerId="LiveId" clId="{092BB953-3548-41E1-B471-41FAE4848E78}" dt="2023-04-13T02:34:08.345" v="2560" actId="20577"/>
          <ac:spMkLst>
            <pc:docMk/>
            <pc:sldMk cId="4177316749" sldId="1531"/>
            <ac:spMk id="10" creationId="{EFECA317-39BB-47CF-8FF1-4FF9AF04EB00}"/>
          </ac:spMkLst>
        </pc:spChg>
        <pc:spChg chg="add mod">
          <ac:chgData name="Thomas Bourgeat" userId="6fd801170b580c69" providerId="LiveId" clId="{092BB953-3548-41E1-B471-41FAE4848E78}" dt="2023-04-13T02:33:47.964" v="2550" actId="207"/>
          <ac:spMkLst>
            <pc:docMk/>
            <pc:sldMk cId="4177316749" sldId="1531"/>
            <ac:spMk id="12" creationId="{385288B0-F854-4AC8-B77B-81CDB917EDED}"/>
          </ac:spMkLst>
        </pc:spChg>
        <pc:graphicFrameChg chg="add mod modGraphic">
          <ac:chgData name="Thomas Bourgeat" userId="6fd801170b580c69" providerId="LiveId" clId="{092BB953-3548-41E1-B471-41FAE4848E78}" dt="2023-04-13T02:35:14.201" v="2563"/>
          <ac:graphicFrameMkLst>
            <pc:docMk/>
            <pc:sldMk cId="4177316749" sldId="1531"/>
            <ac:graphicFrameMk id="6" creationId="{63752698-AF73-494B-A069-56BDED6B53CB}"/>
          </ac:graphicFrameMkLst>
        </pc:graphicFrameChg>
        <pc:graphicFrameChg chg="add del mod modGraphic">
          <ac:chgData name="Thomas Bourgeat" userId="6fd801170b580c69" providerId="LiveId" clId="{092BB953-3548-41E1-B471-41FAE4848E78}" dt="2023-04-13T02:26:23.599" v="2224" actId="478"/>
          <ac:graphicFrameMkLst>
            <pc:docMk/>
            <pc:sldMk cId="4177316749" sldId="1531"/>
            <ac:graphicFrameMk id="7" creationId="{4F8B6D9D-2BAD-4A19-9280-0B96507DFBD4}"/>
          </ac:graphicFrameMkLst>
        </pc:graphicFrameChg>
        <pc:graphicFrameChg chg="add mod modGraphic">
          <ac:chgData name="Thomas Bourgeat" userId="6fd801170b580c69" providerId="LiveId" clId="{092BB953-3548-41E1-B471-41FAE4848E78}" dt="2023-04-13T02:45:55.630" v="2578"/>
          <ac:graphicFrameMkLst>
            <pc:docMk/>
            <pc:sldMk cId="4177316749" sldId="1531"/>
            <ac:graphicFrameMk id="8" creationId="{0B4E94E5-5CC6-4643-BA47-78B15B275430}"/>
          </ac:graphicFrameMkLst>
        </pc:graphicFrameChg>
      </pc:sldChg>
      <pc:sldChg chg="modSp new mod ord modAnim">
        <pc:chgData name="Thomas Bourgeat" userId="6fd801170b580c69" providerId="LiveId" clId="{092BB953-3548-41E1-B471-41FAE4848E78}" dt="2023-04-13T03:22:57.347" v="3944" actId="114"/>
        <pc:sldMkLst>
          <pc:docMk/>
          <pc:sldMk cId="2690422236" sldId="1532"/>
        </pc:sldMkLst>
        <pc:spChg chg="mod">
          <ac:chgData name="Thomas Bourgeat" userId="6fd801170b580c69" providerId="LiveId" clId="{092BB953-3548-41E1-B471-41FAE4848E78}" dt="2023-04-13T02:55:38.269" v="3241" actId="20577"/>
          <ac:spMkLst>
            <pc:docMk/>
            <pc:sldMk cId="2690422236" sldId="1532"/>
            <ac:spMk id="2" creationId="{27C22E14-8012-4181-8F17-45981E65CDF0}"/>
          </ac:spMkLst>
        </pc:spChg>
        <pc:spChg chg="mod">
          <ac:chgData name="Thomas Bourgeat" userId="6fd801170b580c69" providerId="LiveId" clId="{092BB953-3548-41E1-B471-41FAE4848E78}" dt="2023-04-13T03:22:57.347" v="3944" actId="114"/>
          <ac:spMkLst>
            <pc:docMk/>
            <pc:sldMk cId="2690422236" sldId="1532"/>
            <ac:spMk id="3" creationId="{2FB6F476-3787-43CC-B4B4-A3CE9191B60A}"/>
          </ac:spMkLst>
        </pc:spChg>
      </pc:sldChg>
      <pc:sldChg chg="add">
        <pc:chgData name="Thomas Bourgeat" userId="6fd801170b580c69" providerId="LiveId" clId="{092BB953-3548-41E1-B471-41FAE4848E78}" dt="2023-04-13T05:41:48.955" v="10176"/>
        <pc:sldMkLst>
          <pc:docMk/>
          <pc:sldMk cId="1877754077" sldId="1533"/>
        </pc:sldMkLst>
      </pc:sldChg>
      <pc:sldChg chg="addSp delSp modSp add del mod ord modAnim">
        <pc:chgData name="Thomas Bourgeat" userId="6fd801170b580c69" providerId="LiveId" clId="{092BB953-3548-41E1-B471-41FAE4848E78}" dt="2023-04-13T05:41:26.765" v="10175" actId="2696"/>
        <pc:sldMkLst>
          <pc:docMk/>
          <pc:sldMk cId="3134527863" sldId="1533"/>
        </pc:sldMkLst>
        <pc:spChg chg="mod">
          <ac:chgData name="Thomas Bourgeat" userId="6fd801170b580c69" providerId="LiveId" clId="{092BB953-3548-41E1-B471-41FAE4848E78}" dt="2023-04-13T03:12:38.592" v="3841" actId="20577"/>
          <ac:spMkLst>
            <pc:docMk/>
            <pc:sldMk cId="3134527863" sldId="1533"/>
            <ac:spMk id="2" creationId="{CFFC5D5B-22DB-83A4-56D8-7895C24E92C1}"/>
          </ac:spMkLst>
        </pc:spChg>
        <pc:spChg chg="mod">
          <ac:chgData name="Thomas Bourgeat" userId="6fd801170b580c69" providerId="LiveId" clId="{092BB953-3548-41E1-B471-41FAE4848E78}" dt="2023-04-13T03:14:28.169" v="3913" actId="20577"/>
          <ac:spMkLst>
            <pc:docMk/>
            <pc:sldMk cId="3134527863" sldId="1533"/>
            <ac:spMk id="3" creationId="{70C2AA2E-CF42-4097-EC4F-E8BEBEBBAA39}"/>
          </ac:spMkLst>
        </pc:spChg>
        <pc:spChg chg="add del mod">
          <ac:chgData name="Thomas Bourgeat" userId="6fd801170b580c69" providerId="LiveId" clId="{092BB953-3548-41E1-B471-41FAE4848E78}" dt="2023-04-13T03:23:55.523" v="3968"/>
          <ac:spMkLst>
            <pc:docMk/>
            <pc:sldMk cId="3134527863" sldId="1533"/>
            <ac:spMk id="6" creationId="{03861D8B-513C-45E2-8FCB-EAF2A6B716F5}"/>
          </ac:spMkLst>
        </pc:spChg>
        <pc:spChg chg="add mod">
          <ac:chgData name="Thomas Bourgeat" userId="6fd801170b580c69" providerId="LiveId" clId="{092BB953-3548-41E1-B471-41FAE4848E78}" dt="2023-04-13T03:24:03.348" v="3970" actId="20577"/>
          <ac:spMkLst>
            <pc:docMk/>
            <pc:sldMk cId="3134527863" sldId="1533"/>
            <ac:spMk id="7" creationId="{7F8A738C-3C96-456B-A948-388ECE3B5875}"/>
          </ac:spMkLst>
        </pc:spChg>
      </pc:sldChg>
      <pc:sldChg chg="add del ord">
        <pc:chgData name="Thomas Bourgeat" userId="6fd801170b580c69" providerId="LiveId" clId="{092BB953-3548-41E1-B471-41FAE4848E78}" dt="2023-04-13T02:52:05.274" v="2735" actId="47"/>
        <pc:sldMkLst>
          <pc:docMk/>
          <pc:sldMk cId="3643822478" sldId="1533"/>
        </pc:sldMkLst>
      </pc:sldChg>
      <pc:sldChg chg="addSp delSp modSp new del mod modAnim">
        <pc:chgData name="Thomas Bourgeat" userId="6fd801170b580c69" providerId="LiveId" clId="{092BB953-3548-41E1-B471-41FAE4848E78}" dt="2023-04-13T05:41:26.765" v="10175" actId="2696"/>
        <pc:sldMkLst>
          <pc:docMk/>
          <pc:sldMk cId="901185759" sldId="1534"/>
        </pc:sldMkLst>
        <pc:spChg chg="mod">
          <ac:chgData name="Thomas Bourgeat" userId="6fd801170b580c69" providerId="LiveId" clId="{092BB953-3548-41E1-B471-41FAE4848E78}" dt="2023-04-13T03:02:21.756" v="3437" actId="20577"/>
          <ac:spMkLst>
            <pc:docMk/>
            <pc:sldMk cId="901185759" sldId="1534"/>
            <ac:spMk id="2" creationId="{30B2880C-DF18-4AA9-8EA2-516B499024EC}"/>
          </ac:spMkLst>
        </pc:spChg>
        <pc:spChg chg="del">
          <ac:chgData name="Thomas Bourgeat" userId="6fd801170b580c69" providerId="LiveId" clId="{092BB953-3548-41E1-B471-41FAE4848E78}" dt="2023-04-13T03:03:41.401" v="3451" actId="3680"/>
          <ac:spMkLst>
            <pc:docMk/>
            <pc:sldMk cId="901185759" sldId="1534"/>
            <ac:spMk id="3" creationId="{E1C560C7-E2AD-479E-AFEE-5462384A6968}"/>
          </ac:spMkLst>
        </pc:spChg>
        <pc:spChg chg="add del mod">
          <ac:chgData name="Thomas Bourgeat" userId="6fd801170b580c69" providerId="LiveId" clId="{092BB953-3548-41E1-B471-41FAE4848E78}" dt="2023-04-13T03:05:33.778" v="3483"/>
          <ac:spMkLst>
            <pc:docMk/>
            <pc:sldMk cId="901185759" sldId="1534"/>
            <ac:spMk id="17" creationId="{8621798B-30D2-49E0-B338-D60F7F4B8E17}"/>
          </ac:spMkLst>
        </pc:spChg>
        <pc:spChg chg="add del mod">
          <ac:chgData name="Thomas Bourgeat" userId="6fd801170b580c69" providerId="LiveId" clId="{092BB953-3548-41E1-B471-41FAE4848E78}" dt="2023-04-13T03:05:33.778" v="3485"/>
          <ac:spMkLst>
            <pc:docMk/>
            <pc:sldMk cId="901185759" sldId="1534"/>
            <ac:spMk id="18" creationId="{D2511CCC-99E4-4FA7-B175-4934D7AAB2BE}"/>
          </ac:spMkLst>
        </pc:spChg>
        <pc:spChg chg="add mod">
          <ac:chgData name="Thomas Bourgeat" userId="6fd801170b580c69" providerId="LiveId" clId="{092BB953-3548-41E1-B471-41FAE4848E78}" dt="2023-04-13T03:10:21.218" v="3742" actId="1076"/>
          <ac:spMkLst>
            <pc:docMk/>
            <pc:sldMk cId="901185759" sldId="1534"/>
            <ac:spMk id="19" creationId="{5167DC9E-C951-44D2-A9E7-CBF1C35F86B5}"/>
          </ac:spMkLst>
        </pc:spChg>
        <pc:spChg chg="add mod">
          <ac:chgData name="Thomas Bourgeat" userId="6fd801170b580c69" providerId="LiveId" clId="{092BB953-3548-41E1-B471-41FAE4848E78}" dt="2023-04-13T03:25:15.084" v="4078" actId="20577"/>
          <ac:spMkLst>
            <pc:docMk/>
            <pc:sldMk cId="901185759" sldId="1534"/>
            <ac:spMk id="20" creationId="{22073C4D-CEC4-4627-BE64-060633AB36B7}"/>
          </ac:spMkLst>
        </pc:spChg>
        <pc:spChg chg="add mod">
          <ac:chgData name="Thomas Bourgeat" userId="6fd801170b580c69" providerId="LiveId" clId="{092BB953-3548-41E1-B471-41FAE4848E78}" dt="2023-04-13T03:28:13.654" v="4216" actId="1076"/>
          <ac:spMkLst>
            <pc:docMk/>
            <pc:sldMk cId="901185759" sldId="1534"/>
            <ac:spMk id="21" creationId="{FEFAAE20-F7B4-49F8-8F1D-256935755D56}"/>
          </ac:spMkLst>
        </pc:spChg>
        <pc:graphicFrameChg chg="add del mod modGraphic">
          <ac:chgData name="Thomas Bourgeat" userId="6fd801170b580c69" providerId="LiveId" clId="{092BB953-3548-41E1-B471-41FAE4848E78}" dt="2023-04-13T03:03:36.003" v="3450" actId="478"/>
          <ac:graphicFrameMkLst>
            <pc:docMk/>
            <pc:sldMk cId="901185759" sldId="1534"/>
            <ac:graphicFrameMk id="6" creationId="{15D68C32-C15E-4717-B7F7-3B3DA35FC019}"/>
          </ac:graphicFrameMkLst>
        </pc:graphicFrameChg>
        <pc:graphicFrameChg chg="add mod ord modGraphic">
          <ac:chgData name="Thomas Bourgeat" userId="6fd801170b580c69" providerId="LiveId" clId="{092BB953-3548-41E1-B471-41FAE4848E78}" dt="2023-04-13T03:10:18.652" v="3740" actId="1076"/>
          <ac:graphicFrameMkLst>
            <pc:docMk/>
            <pc:sldMk cId="901185759" sldId="1534"/>
            <ac:graphicFrameMk id="7" creationId="{B10586C0-D272-4366-965F-F876D6CFA8B8}"/>
          </ac:graphicFrameMkLst>
        </pc:graphicFrameChg>
        <pc:graphicFrameChg chg="add mod modGraphic">
          <ac:chgData name="Thomas Bourgeat" userId="6fd801170b580c69" providerId="LiveId" clId="{092BB953-3548-41E1-B471-41FAE4848E78}" dt="2023-04-13T03:10:18.652" v="3740" actId="1076"/>
          <ac:graphicFrameMkLst>
            <pc:docMk/>
            <pc:sldMk cId="901185759" sldId="1534"/>
            <ac:graphicFrameMk id="8" creationId="{D45C61FF-9564-4EBE-A02A-973D6A408841}"/>
          </ac:graphicFrameMkLst>
        </pc:graphicFrameChg>
        <pc:cxnChg chg="add mod">
          <ac:chgData name="Thomas Bourgeat" userId="6fd801170b580c69" providerId="LiveId" clId="{092BB953-3548-41E1-B471-41FAE4848E78}" dt="2023-04-13T03:10:18.652" v="3740" actId="1076"/>
          <ac:cxnSpMkLst>
            <pc:docMk/>
            <pc:sldMk cId="901185759" sldId="1534"/>
            <ac:cxnSpMk id="10" creationId="{CB13BDD6-3950-4408-97CF-3587884CC614}"/>
          </ac:cxnSpMkLst>
        </pc:cxnChg>
        <pc:cxnChg chg="add mod">
          <ac:chgData name="Thomas Bourgeat" userId="6fd801170b580c69" providerId="LiveId" clId="{092BB953-3548-41E1-B471-41FAE4848E78}" dt="2023-04-13T03:10:18.652" v="3740" actId="1076"/>
          <ac:cxnSpMkLst>
            <pc:docMk/>
            <pc:sldMk cId="901185759" sldId="1534"/>
            <ac:cxnSpMk id="11" creationId="{168F3619-16D4-45D8-B0DC-7DDE873A365B}"/>
          </ac:cxnSpMkLst>
        </pc:cxnChg>
        <pc:cxnChg chg="add mod">
          <ac:chgData name="Thomas Bourgeat" userId="6fd801170b580c69" providerId="LiveId" clId="{092BB953-3548-41E1-B471-41FAE4848E78}" dt="2023-04-13T03:10:18.652" v="3740" actId="1076"/>
          <ac:cxnSpMkLst>
            <pc:docMk/>
            <pc:sldMk cId="901185759" sldId="1534"/>
            <ac:cxnSpMk id="16" creationId="{5BE4D077-08D1-4812-BEB4-66E912B90DC0}"/>
          </ac:cxnSpMkLst>
        </pc:cxnChg>
      </pc:sldChg>
      <pc:sldChg chg="add">
        <pc:chgData name="Thomas Bourgeat" userId="6fd801170b580c69" providerId="LiveId" clId="{092BB953-3548-41E1-B471-41FAE4848E78}" dt="2023-04-13T05:41:48.955" v="10176"/>
        <pc:sldMkLst>
          <pc:docMk/>
          <pc:sldMk cId="3672305706" sldId="1534"/>
        </pc:sldMkLst>
      </pc:sldChg>
      <pc:sldChg chg="modSp add del mod ord modAnim">
        <pc:chgData name="Thomas Bourgeat" userId="6fd801170b580c69" providerId="LiveId" clId="{092BB953-3548-41E1-B471-41FAE4848E78}" dt="2023-04-13T05:41:26.765" v="10175" actId="2696"/>
        <pc:sldMkLst>
          <pc:docMk/>
          <pc:sldMk cId="1211154989" sldId="1535"/>
        </pc:sldMkLst>
        <pc:spChg chg="mod">
          <ac:chgData name="Thomas Bourgeat" userId="6fd801170b580c69" providerId="LiveId" clId="{092BB953-3548-41E1-B471-41FAE4848E78}" dt="2023-04-13T03:28:39.251" v="4224" actId="14100"/>
          <ac:spMkLst>
            <pc:docMk/>
            <pc:sldMk cId="1211154989" sldId="1535"/>
            <ac:spMk id="2" creationId="{27C22E14-8012-4181-8F17-45981E65CDF0}"/>
          </ac:spMkLst>
        </pc:spChg>
        <pc:spChg chg="mod">
          <ac:chgData name="Thomas Bourgeat" userId="6fd801170b580c69" providerId="LiveId" clId="{092BB953-3548-41E1-B471-41FAE4848E78}" dt="2023-04-13T03:13:32.891" v="3856" actId="20577"/>
          <ac:spMkLst>
            <pc:docMk/>
            <pc:sldMk cId="1211154989" sldId="1535"/>
            <ac:spMk id="3" creationId="{2FB6F476-3787-43CC-B4B4-A3CE9191B60A}"/>
          </ac:spMkLst>
        </pc:spChg>
      </pc:sldChg>
      <pc:sldChg chg="modSp add del">
        <pc:chgData name="Thomas Bourgeat" userId="6fd801170b580c69" providerId="LiveId" clId="{092BB953-3548-41E1-B471-41FAE4848E78}" dt="2023-04-13T05:42:05.370" v="10178" actId="47"/>
        <pc:sldMkLst>
          <pc:docMk/>
          <pc:sldMk cId="2677678397" sldId="1535"/>
        </pc:sldMkLst>
        <pc:spChg chg="mod">
          <ac:chgData name="Thomas Bourgeat" userId="6fd801170b580c69" providerId="LiveId" clId="{092BB953-3548-41E1-B471-41FAE4848E78}" dt="2023-04-13T05:42:00.246" v="10177" actId="20577"/>
          <ac:spMkLst>
            <pc:docMk/>
            <pc:sldMk cId="2677678397" sldId="1535"/>
            <ac:spMk id="3" creationId="{2FB6F476-3787-43CC-B4B4-A3CE9191B60A}"/>
          </ac:spMkLst>
        </pc:spChg>
      </pc:sldChg>
      <pc:sldChg chg="modSp add del mod">
        <pc:chgData name="Thomas Bourgeat" userId="6fd801170b580c69" providerId="LiveId" clId="{092BB953-3548-41E1-B471-41FAE4848E78}" dt="2023-04-13T03:29:39.760" v="4238" actId="47"/>
        <pc:sldMkLst>
          <pc:docMk/>
          <pc:sldMk cId="378349775" sldId="1536"/>
        </pc:sldMkLst>
        <pc:spChg chg="mod">
          <ac:chgData name="Thomas Bourgeat" userId="6fd801170b580c69" providerId="LiveId" clId="{092BB953-3548-41E1-B471-41FAE4848E78}" dt="2023-04-13T03:29:19.248" v="4231" actId="5793"/>
          <ac:spMkLst>
            <pc:docMk/>
            <pc:sldMk cId="378349775" sldId="1536"/>
            <ac:spMk id="2" creationId="{CFFC5D5B-22DB-83A4-56D8-7895C24E92C1}"/>
          </ac:spMkLst>
        </pc:spChg>
        <pc:spChg chg="mod">
          <ac:chgData name="Thomas Bourgeat" userId="6fd801170b580c69" providerId="LiveId" clId="{092BB953-3548-41E1-B471-41FAE4848E78}" dt="2023-04-13T03:29:36.974" v="4237" actId="20577"/>
          <ac:spMkLst>
            <pc:docMk/>
            <pc:sldMk cId="378349775" sldId="1536"/>
            <ac:spMk id="3" creationId="{70C2AA2E-CF42-4097-EC4F-E8BEBEBBAA39}"/>
          </ac:spMkLst>
        </pc:spChg>
      </pc:sldChg>
      <pc:sldChg chg="modSp add mod">
        <pc:chgData name="Thomas Bourgeat" userId="6fd801170b580c69" providerId="LiveId" clId="{092BB953-3548-41E1-B471-41FAE4848E78}" dt="2023-04-13T03:31:29.864" v="4302" actId="207"/>
        <pc:sldMkLst>
          <pc:docMk/>
          <pc:sldMk cId="648836852" sldId="1536"/>
        </pc:sldMkLst>
        <pc:spChg chg="mod">
          <ac:chgData name="Thomas Bourgeat" userId="6fd801170b580c69" providerId="LiveId" clId="{092BB953-3548-41E1-B471-41FAE4848E78}" dt="2023-04-13T03:30:16.411" v="4244" actId="20577"/>
          <ac:spMkLst>
            <pc:docMk/>
            <pc:sldMk cId="648836852" sldId="1536"/>
            <ac:spMk id="2" creationId="{CFFC5D5B-22DB-83A4-56D8-7895C24E92C1}"/>
          </ac:spMkLst>
        </pc:spChg>
        <pc:spChg chg="mod">
          <ac:chgData name="Thomas Bourgeat" userId="6fd801170b580c69" providerId="LiveId" clId="{092BB953-3548-41E1-B471-41FAE4848E78}" dt="2023-04-13T03:31:29.864" v="4302" actId="207"/>
          <ac:spMkLst>
            <pc:docMk/>
            <pc:sldMk cId="648836852" sldId="1536"/>
            <ac:spMk id="3" creationId="{70C2AA2E-CF42-4097-EC4F-E8BEBEBBAA39}"/>
          </ac:spMkLst>
        </pc:spChg>
      </pc:sldChg>
      <pc:sldChg chg="add del ord">
        <pc:chgData name="Thomas Bourgeat" userId="6fd801170b580c69" providerId="LiveId" clId="{092BB953-3548-41E1-B471-41FAE4848E78}" dt="2023-04-13T03:13:25.786" v="3851" actId="47"/>
        <pc:sldMkLst>
          <pc:docMk/>
          <pc:sldMk cId="750840391" sldId="1536"/>
        </pc:sldMkLst>
      </pc:sldChg>
      <pc:sldChg chg="modSp add del mod">
        <pc:chgData name="Thomas Bourgeat" userId="6fd801170b580c69" providerId="LiveId" clId="{092BB953-3548-41E1-B471-41FAE4848E78}" dt="2023-04-13T04:23:15.271" v="6371" actId="2696"/>
        <pc:sldMkLst>
          <pc:docMk/>
          <pc:sldMk cId="427300547" sldId="1537"/>
        </pc:sldMkLst>
        <pc:spChg chg="mod">
          <ac:chgData name="Thomas Bourgeat" userId="6fd801170b580c69" providerId="LiveId" clId="{092BB953-3548-41E1-B471-41FAE4848E78}" dt="2023-04-13T03:30:23.133" v="4247" actId="20577"/>
          <ac:spMkLst>
            <pc:docMk/>
            <pc:sldMk cId="427300547" sldId="1537"/>
            <ac:spMk id="2" creationId="{CFFC5D5B-22DB-83A4-56D8-7895C24E92C1}"/>
          </ac:spMkLst>
        </pc:spChg>
        <pc:spChg chg="mod">
          <ac:chgData name="Thomas Bourgeat" userId="6fd801170b580c69" providerId="LiveId" clId="{092BB953-3548-41E1-B471-41FAE4848E78}" dt="2023-04-13T03:56:52.858" v="5038" actId="20577"/>
          <ac:spMkLst>
            <pc:docMk/>
            <pc:sldMk cId="427300547" sldId="1537"/>
            <ac:spMk id="3" creationId="{70C2AA2E-CF42-4097-EC4F-E8BEBEBBAA39}"/>
          </ac:spMkLst>
        </pc:spChg>
      </pc:sldChg>
      <pc:sldChg chg="add">
        <pc:chgData name="Thomas Bourgeat" userId="6fd801170b580c69" providerId="LiveId" clId="{092BB953-3548-41E1-B471-41FAE4848E78}" dt="2023-04-13T04:23:18.306" v="6372"/>
        <pc:sldMkLst>
          <pc:docMk/>
          <pc:sldMk cId="466212696" sldId="1537"/>
        </pc:sldMkLst>
      </pc:sldChg>
      <pc:sldChg chg="add del">
        <pc:chgData name="Thomas Bourgeat" userId="6fd801170b580c69" providerId="LiveId" clId="{092BB953-3548-41E1-B471-41FAE4848E78}" dt="2023-04-13T03:29:42.669" v="4239" actId="47"/>
        <pc:sldMkLst>
          <pc:docMk/>
          <pc:sldMk cId="1138729053" sldId="1537"/>
        </pc:sldMkLst>
      </pc:sldChg>
      <pc:sldChg chg="addSp delSp modSp add mod modAnim">
        <pc:chgData name="Thomas Bourgeat" userId="6fd801170b580c69" providerId="LiveId" clId="{092BB953-3548-41E1-B471-41FAE4848E78}" dt="2023-04-13T05:30:22.802" v="9325" actId="20577"/>
        <pc:sldMkLst>
          <pc:docMk/>
          <pc:sldMk cId="193795866" sldId="1538"/>
        </pc:sldMkLst>
        <pc:spChg chg="mod">
          <ac:chgData name="Thomas Bourgeat" userId="6fd801170b580c69" providerId="LiveId" clId="{092BB953-3548-41E1-B471-41FAE4848E78}" dt="2023-04-13T05:29:23.275" v="9214" actId="20577"/>
          <ac:spMkLst>
            <pc:docMk/>
            <pc:sldMk cId="193795866" sldId="1538"/>
            <ac:spMk id="2" creationId="{CFFC5D5B-22DB-83A4-56D8-7895C24E92C1}"/>
          </ac:spMkLst>
        </pc:spChg>
        <pc:spChg chg="mod">
          <ac:chgData name="Thomas Bourgeat" userId="6fd801170b580c69" providerId="LiveId" clId="{092BB953-3548-41E1-B471-41FAE4848E78}" dt="2023-04-13T05:29:17.312" v="9204" actId="1076"/>
          <ac:spMkLst>
            <pc:docMk/>
            <pc:sldMk cId="193795866" sldId="1538"/>
            <ac:spMk id="3" creationId="{70C2AA2E-CF42-4097-EC4F-E8BEBEBBAA39}"/>
          </ac:spMkLst>
        </pc:spChg>
        <pc:spChg chg="add mod">
          <ac:chgData name="Thomas Bourgeat" userId="6fd801170b580c69" providerId="LiveId" clId="{092BB953-3548-41E1-B471-41FAE4848E78}" dt="2023-04-13T05:29:17.312" v="9204" actId="1076"/>
          <ac:spMkLst>
            <pc:docMk/>
            <pc:sldMk cId="193795866" sldId="1538"/>
            <ac:spMk id="9" creationId="{2E9EEC8D-6CEE-4BB4-BA5A-A3D8F34796CA}"/>
          </ac:spMkLst>
        </pc:spChg>
        <pc:spChg chg="add mod">
          <ac:chgData name="Thomas Bourgeat" userId="6fd801170b580c69" providerId="LiveId" clId="{092BB953-3548-41E1-B471-41FAE4848E78}" dt="2023-04-13T05:29:17.312" v="9204" actId="1076"/>
          <ac:spMkLst>
            <pc:docMk/>
            <pc:sldMk cId="193795866" sldId="1538"/>
            <ac:spMk id="10" creationId="{ED9ED8FE-B79A-40CB-BD52-BF230738E2FD}"/>
          </ac:spMkLst>
        </pc:spChg>
        <pc:spChg chg="add mod">
          <ac:chgData name="Thomas Bourgeat" userId="6fd801170b580c69" providerId="LiveId" clId="{092BB953-3548-41E1-B471-41FAE4848E78}" dt="2023-04-13T05:29:17.312" v="9204" actId="1076"/>
          <ac:spMkLst>
            <pc:docMk/>
            <pc:sldMk cId="193795866" sldId="1538"/>
            <ac:spMk id="11" creationId="{5C9D954E-1182-45D9-A82C-C19E2D945230}"/>
          </ac:spMkLst>
        </pc:spChg>
        <pc:spChg chg="add mod">
          <ac:chgData name="Thomas Bourgeat" userId="6fd801170b580c69" providerId="LiveId" clId="{092BB953-3548-41E1-B471-41FAE4848E78}" dt="2023-04-13T05:29:17.312" v="9204" actId="1076"/>
          <ac:spMkLst>
            <pc:docMk/>
            <pc:sldMk cId="193795866" sldId="1538"/>
            <ac:spMk id="12" creationId="{B20B9609-7FCA-42D4-8729-7A7B1F01B030}"/>
          </ac:spMkLst>
        </pc:spChg>
        <pc:spChg chg="add mod">
          <ac:chgData name="Thomas Bourgeat" userId="6fd801170b580c69" providerId="LiveId" clId="{092BB953-3548-41E1-B471-41FAE4848E78}" dt="2023-04-13T05:29:17.312" v="9204" actId="1076"/>
          <ac:spMkLst>
            <pc:docMk/>
            <pc:sldMk cId="193795866" sldId="1538"/>
            <ac:spMk id="13" creationId="{8F59F6DE-2221-41BA-9118-F3D7A9B54560}"/>
          </ac:spMkLst>
        </pc:spChg>
        <pc:spChg chg="add mod">
          <ac:chgData name="Thomas Bourgeat" userId="6fd801170b580c69" providerId="LiveId" clId="{092BB953-3548-41E1-B471-41FAE4848E78}" dt="2023-04-13T05:29:17.312" v="9204" actId="1076"/>
          <ac:spMkLst>
            <pc:docMk/>
            <pc:sldMk cId="193795866" sldId="1538"/>
            <ac:spMk id="14" creationId="{E803A19A-24DF-49BD-AA3B-3BB316631CEA}"/>
          </ac:spMkLst>
        </pc:spChg>
        <pc:spChg chg="add mod">
          <ac:chgData name="Thomas Bourgeat" userId="6fd801170b580c69" providerId="LiveId" clId="{092BB953-3548-41E1-B471-41FAE4848E78}" dt="2023-04-13T05:29:17.312" v="9204" actId="1076"/>
          <ac:spMkLst>
            <pc:docMk/>
            <pc:sldMk cId="193795866" sldId="1538"/>
            <ac:spMk id="15" creationId="{C14373C6-0C74-4D35-9D59-2BA55A4FD12B}"/>
          </ac:spMkLst>
        </pc:spChg>
        <pc:spChg chg="add mod">
          <ac:chgData name="Thomas Bourgeat" userId="6fd801170b580c69" providerId="LiveId" clId="{092BB953-3548-41E1-B471-41FAE4848E78}" dt="2023-04-13T05:29:17.312" v="9204" actId="1076"/>
          <ac:spMkLst>
            <pc:docMk/>
            <pc:sldMk cId="193795866" sldId="1538"/>
            <ac:spMk id="16" creationId="{31978BBB-D38B-4A9D-A090-C693946CFDDC}"/>
          </ac:spMkLst>
        </pc:spChg>
        <pc:spChg chg="add mod">
          <ac:chgData name="Thomas Bourgeat" userId="6fd801170b580c69" providerId="LiveId" clId="{092BB953-3548-41E1-B471-41FAE4848E78}" dt="2023-04-13T05:29:17.312" v="9204" actId="1076"/>
          <ac:spMkLst>
            <pc:docMk/>
            <pc:sldMk cId="193795866" sldId="1538"/>
            <ac:spMk id="17" creationId="{1165FE86-4AF1-4F95-BC87-4EBF518B0FD3}"/>
          </ac:spMkLst>
        </pc:spChg>
        <pc:spChg chg="add mod">
          <ac:chgData name="Thomas Bourgeat" userId="6fd801170b580c69" providerId="LiveId" clId="{092BB953-3548-41E1-B471-41FAE4848E78}" dt="2023-04-13T05:29:50.032" v="9223" actId="20577"/>
          <ac:spMkLst>
            <pc:docMk/>
            <pc:sldMk cId="193795866" sldId="1538"/>
            <ac:spMk id="18" creationId="{F83B2391-C0D8-4501-A2F1-F3906F68AF82}"/>
          </ac:spMkLst>
        </pc:spChg>
        <pc:spChg chg="add mod">
          <ac:chgData name="Thomas Bourgeat" userId="6fd801170b580c69" providerId="LiveId" clId="{092BB953-3548-41E1-B471-41FAE4848E78}" dt="2023-04-13T05:29:17.312" v="9204" actId="1076"/>
          <ac:spMkLst>
            <pc:docMk/>
            <pc:sldMk cId="193795866" sldId="1538"/>
            <ac:spMk id="19" creationId="{E0155115-8A0E-4ABB-9196-8F3058FA0F87}"/>
          </ac:spMkLst>
        </pc:spChg>
        <pc:spChg chg="add mod">
          <ac:chgData name="Thomas Bourgeat" userId="6fd801170b580c69" providerId="LiveId" clId="{092BB953-3548-41E1-B471-41FAE4848E78}" dt="2023-04-13T05:30:22.802" v="9325" actId="20577"/>
          <ac:spMkLst>
            <pc:docMk/>
            <pc:sldMk cId="193795866" sldId="1538"/>
            <ac:spMk id="20" creationId="{5B0D1AE8-1817-4496-A346-FAC9BEEF599E}"/>
          </ac:spMkLst>
        </pc:spChg>
        <pc:graphicFrameChg chg="add mod modGraphic">
          <ac:chgData name="Thomas Bourgeat" userId="6fd801170b580c69" providerId="LiveId" clId="{092BB953-3548-41E1-B471-41FAE4848E78}" dt="2023-04-13T05:29:17.312" v="9204" actId="1076"/>
          <ac:graphicFrameMkLst>
            <pc:docMk/>
            <pc:sldMk cId="193795866" sldId="1538"/>
            <ac:graphicFrameMk id="6" creationId="{8E6AEA10-C289-40D9-BD34-3A27F8B76CBA}"/>
          </ac:graphicFrameMkLst>
        </pc:graphicFrameChg>
        <pc:graphicFrameChg chg="add del mod modGraphic">
          <ac:chgData name="Thomas Bourgeat" userId="6fd801170b580c69" providerId="LiveId" clId="{092BB953-3548-41E1-B471-41FAE4848E78}" dt="2023-04-13T05:22:38.843" v="8744" actId="478"/>
          <ac:graphicFrameMkLst>
            <pc:docMk/>
            <pc:sldMk cId="193795866" sldId="1538"/>
            <ac:graphicFrameMk id="7" creationId="{B146C78C-F35B-498C-9649-050A46E2B520}"/>
          </ac:graphicFrameMkLst>
        </pc:graphicFrameChg>
        <pc:graphicFrameChg chg="add mod modGraphic">
          <ac:chgData name="Thomas Bourgeat" userId="6fd801170b580c69" providerId="LiveId" clId="{092BB953-3548-41E1-B471-41FAE4848E78}" dt="2023-04-13T05:29:17.312" v="9204" actId="1076"/>
          <ac:graphicFrameMkLst>
            <pc:docMk/>
            <pc:sldMk cId="193795866" sldId="1538"/>
            <ac:graphicFrameMk id="8" creationId="{60634AE0-578A-4ED6-961D-086B3C61EBD3}"/>
          </ac:graphicFrameMkLst>
        </pc:graphicFrameChg>
      </pc:sldChg>
      <pc:sldChg chg="add del">
        <pc:chgData name="Thomas Bourgeat" userId="6fd801170b580c69" providerId="LiveId" clId="{092BB953-3548-41E1-B471-41FAE4848E78}" dt="2023-04-13T03:29:42.669" v="4239" actId="47"/>
        <pc:sldMkLst>
          <pc:docMk/>
          <pc:sldMk cId="1908061244" sldId="1538"/>
        </pc:sldMkLst>
      </pc:sldChg>
      <pc:sldChg chg="delSp modSp add del mod ord">
        <pc:chgData name="Thomas Bourgeat" userId="6fd801170b580c69" providerId="LiveId" clId="{092BB953-3548-41E1-B471-41FAE4848E78}" dt="2023-04-13T04:23:22.944" v="6373" actId="2696"/>
        <pc:sldMkLst>
          <pc:docMk/>
          <pc:sldMk cId="2326297473" sldId="1538"/>
        </pc:sldMkLst>
        <pc:spChg chg="mod">
          <ac:chgData name="Thomas Bourgeat" userId="6fd801170b580c69" providerId="LiveId" clId="{092BB953-3548-41E1-B471-41FAE4848E78}" dt="2023-04-13T03:33:12.013" v="4366" actId="20577"/>
          <ac:spMkLst>
            <pc:docMk/>
            <pc:sldMk cId="2326297473" sldId="1538"/>
            <ac:spMk id="2" creationId="{CFFC5D5B-22DB-83A4-56D8-7895C24E92C1}"/>
          </ac:spMkLst>
        </pc:spChg>
        <pc:spChg chg="mod">
          <ac:chgData name="Thomas Bourgeat" userId="6fd801170b580c69" providerId="LiveId" clId="{092BB953-3548-41E1-B471-41FAE4848E78}" dt="2023-04-13T03:32:59.178" v="4346" actId="20577"/>
          <ac:spMkLst>
            <pc:docMk/>
            <pc:sldMk cId="2326297473" sldId="1538"/>
            <ac:spMk id="3" creationId="{70C2AA2E-CF42-4097-EC4F-E8BEBEBBAA39}"/>
          </ac:spMkLst>
        </pc:spChg>
        <pc:spChg chg="del mod">
          <ac:chgData name="Thomas Bourgeat" userId="6fd801170b580c69" providerId="LiveId" clId="{092BB953-3548-41E1-B471-41FAE4848E78}" dt="2023-04-13T03:33:07.818" v="4348" actId="478"/>
          <ac:spMkLst>
            <pc:docMk/>
            <pc:sldMk cId="2326297473" sldId="1538"/>
            <ac:spMk id="10" creationId="{EFECA317-39BB-47CF-8FF1-4FF9AF04EB00}"/>
          </ac:spMkLst>
        </pc:spChg>
        <pc:spChg chg="del mod">
          <ac:chgData name="Thomas Bourgeat" userId="6fd801170b580c69" providerId="LiveId" clId="{092BB953-3548-41E1-B471-41FAE4848E78}" dt="2023-04-13T03:33:01.553" v="4347" actId="478"/>
          <ac:spMkLst>
            <pc:docMk/>
            <pc:sldMk cId="2326297473" sldId="1538"/>
            <ac:spMk id="12" creationId="{385288B0-F854-4AC8-B77B-81CDB917EDED}"/>
          </ac:spMkLst>
        </pc:spChg>
        <pc:graphicFrameChg chg="del">
          <ac:chgData name="Thomas Bourgeat" userId="6fd801170b580c69" providerId="LiveId" clId="{092BB953-3548-41E1-B471-41FAE4848E78}" dt="2023-04-13T03:32:20.162" v="4311" actId="478"/>
          <ac:graphicFrameMkLst>
            <pc:docMk/>
            <pc:sldMk cId="2326297473" sldId="1538"/>
            <ac:graphicFrameMk id="6" creationId="{63752698-AF73-494B-A069-56BDED6B53CB}"/>
          </ac:graphicFrameMkLst>
        </pc:graphicFrameChg>
        <pc:graphicFrameChg chg="del">
          <ac:chgData name="Thomas Bourgeat" userId="6fd801170b580c69" providerId="LiveId" clId="{092BB953-3548-41E1-B471-41FAE4848E78}" dt="2023-04-13T03:32:20.162" v="4311" actId="478"/>
          <ac:graphicFrameMkLst>
            <pc:docMk/>
            <pc:sldMk cId="2326297473" sldId="1538"/>
            <ac:graphicFrameMk id="8" creationId="{0B4E94E5-5CC6-4643-BA47-78B15B275430}"/>
          </ac:graphicFrameMkLst>
        </pc:graphicFrameChg>
      </pc:sldChg>
      <pc:sldChg chg="add del ord">
        <pc:chgData name="Thomas Bourgeat" userId="6fd801170b580c69" providerId="LiveId" clId="{092BB953-3548-41E1-B471-41FAE4848E78}" dt="2023-04-13T05:12:48.660" v="8214" actId="47"/>
        <pc:sldMkLst>
          <pc:docMk/>
          <pc:sldMk cId="2144184302" sldId="1539"/>
        </pc:sldMkLst>
      </pc:sldChg>
      <pc:sldChg chg="modSp new mod">
        <pc:chgData name="Thomas Bourgeat" userId="6fd801170b580c69" providerId="LiveId" clId="{092BB953-3548-41E1-B471-41FAE4848E78}" dt="2023-04-13T03:49:56.289" v="4865" actId="20577"/>
        <pc:sldMkLst>
          <pc:docMk/>
          <pc:sldMk cId="1689800948" sldId="1540"/>
        </pc:sldMkLst>
        <pc:spChg chg="mod">
          <ac:chgData name="Thomas Bourgeat" userId="6fd801170b580c69" providerId="LiveId" clId="{092BB953-3548-41E1-B471-41FAE4848E78}" dt="2023-04-13T03:49:56.289" v="4865" actId="20577"/>
          <ac:spMkLst>
            <pc:docMk/>
            <pc:sldMk cId="1689800948" sldId="1540"/>
            <ac:spMk id="2" creationId="{4266BCC3-0351-41B5-9B8B-34645DFD37A8}"/>
          </ac:spMkLst>
        </pc:spChg>
        <pc:spChg chg="mod">
          <ac:chgData name="Thomas Bourgeat" userId="6fd801170b580c69" providerId="LiveId" clId="{092BB953-3548-41E1-B471-41FAE4848E78}" dt="2023-04-13T03:49:42.227" v="4859" actId="20577"/>
          <ac:spMkLst>
            <pc:docMk/>
            <pc:sldMk cId="1689800948" sldId="1540"/>
            <ac:spMk id="3" creationId="{83580086-08B9-4F61-ADC3-17CFE707BB26}"/>
          </ac:spMkLst>
        </pc:spChg>
      </pc:sldChg>
      <pc:sldChg chg="modSp new mod ord modAnim">
        <pc:chgData name="Thomas Bourgeat" userId="6fd801170b580c69" providerId="LiveId" clId="{092BB953-3548-41E1-B471-41FAE4848E78}" dt="2023-04-13T06:34:18.207" v="12280" actId="20577"/>
        <pc:sldMkLst>
          <pc:docMk/>
          <pc:sldMk cId="1412322299" sldId="1541"/>
        </pc:sldMkLst>
        <pc:spChg chg="mod">
          <ac:chgData name="Thomas Bourgeat" userId="6fd801170b580c69" providerId="LiveId" clId="{092BB953-3548-41E1-B471-41FAE4848E78}" dt="2023-04-13T03:43:21.362" v="4822" actId="20577"/>
          <ac:spMkLst>
            <pc:docMk/>
            <pc:sldMk cId="1412322299" sldId="1541"/>
            <ac:spMk id="2" creationId="{3A1EBF09-3913-4B25-B164-2F9F0480EFB1}"/>
          </ac:spMkLst>
        </pc:spChg>
        <pc:spChg chg="mod">
          <ac:chgData name="Thomas Bourgeat" userId="6fd801170b580c69" providerId="LiveId" clId="{092BB953-3548-41E1-B471-41FAE4848E78}" dt="2023-04-13T06:34:18.207" v="12280" actId="20577"/>
          <ac:spMkLst>
            <pc:docMk/>
            <pc:sldMk cId="1412322299" sldId="1541"/>
            <ac:spMk id="3" creationId="{DC4F4B93-4952-43E4-9B76-6DC3E197666A}"/>
          </ac:spMkLst>
        </pc:spChg>
      </pc:sldChg>
      <pc:sldChg chg="addSp delSp modSp new mod">
        <pc:chgData name="Thomas Bourgeat" userId="6fd801170b580c69" providerId="LiveId" clId="{092BB953-3548-41E1-B471-41FAE4848E78}" dt="2023-04-13T04:29:22.526" v="6679" actId="20577"/>
        <pc:sldMkLst>
          <pc:docMk/>
          <pc:sldMk cId="1024145561" sldId="1542"/>
        </pc:sldMkLst>
        <pc:spChg chg="mod">
          <ac:chgData name="Thomas Bourgeat" userId="6fd801170b580c69" providerId="LiveId" clId="{092BB953-3548-41E1-B471-41FAE4848E78}" dt="2023-04-13T04:29:22.526" v="6679" actId="20577"/>
          <ac:spMkLst>
            <pc:docMk/>
            <pc:sldMk cId="1024145561" sldId="1542"/>
            <ac:spMk id="2" creationId="{F2FDC727-B7B1-431B-91A4-AA78C567A108}"/>
          </ac:spMkLst>
        </pc:spChg>
        <pc:spChg chg="del mod">
          <ac:chgData name="Thomas Bourgeat" userId="6fd801170b580c69" providerId="LiveId" clId="{092BB953-3548-41E1-B471-41FAE4848E78}" dt="2023-04-13T03:55:13.378" v="4969" actId="931"/>
          <ac:spMkLst>
            <pc:docMk/>
            <pc:sldMk cId="1024145561" sldId="1542"/>
            <ac:spMk id="3" creationId="{05BE4BEA-64FE-4AF4-A282-492CA0B74486}"/>
          </ac:spMkLst>
        </pc:spChg>
        <pc:picChg chg="add mod modCrop">
          <ac:chgData name="Thomas Bourgeat" userId="6fd801170b580c69" providerId="LiveId" clId="{092BB953-3548-41E1-B471-41FAE4848E78}" dt="2023-04-13T03:55:25.347" v="4973" actId="1076"/>
          <ac:picMkLst>
            <pc:docMk/>
            <pc:sldMk cId="1024145561" sldId="1542"/>
            <ac:picMk id="7" creationId="{E4498AC0-91B8-4B68-8C58-01A043EB0895}"/>
          </ac:picMkLst>
        </pc:picChg>
      </pc:sldChg>
      <pc:sldChg chg="addSp modSp new mod ord modAnim">
        <pc:chgData name="Thomas Bourgeat" userId="6fd801170b580c69" providerId="LiveId" clId="{092BB953-3548-41E1-B471-41FAE4848E78}" dt="2023-04-13T06:33:35.043" v="12249" actId="20577"/>
        <pc:sldMkLst>
          <pc:docMk/>
          <pc:sldMk cId="1729508134" sldId="1543"/>
        </pc:sldMkLst>
        <pc:spChg chg="mod">
          <ac:chgData name="Thomas Bourgeat" userId="6fd801170b580c69" providerId="LiveId" clId="{092BB953-3548-41E1-B471-41FAE4848E78}" dt="2023-04-13T04:08:35.516" v="5552" actId="20577"/>
          <ac:spMkLst>
            <pc:docMk/>
            <pc:sldMk cId="1729508134" sldId="1543"/>
            <ac:spMk id="2" creationId="{A8F5A1FB-ED2D-4A01-A29F-7459B4ACF7D4}"/>
          </ac:spMkLst>
        </pc:spChg>
        <pc:spChg chg="mod">
          <ac:chgData name="Thomas Bourgeat" userId="6fd801170b580c69" providerId="LiveId" clId="{092BB953-3548-41E1-B471-41FAE4848E78}" dt="2023-04-13T06:33:35.043" v="12249" actId="20577"/>
          <ac:spMkLst>
            <pc:docMk/>
            <pc:sldMk cId="1729508134" sldId="1543"/>
            <ac:spMk id="3" creationId="{57A25522-F69E-464D-B854-75A4D09FDD2B}"/>
          </ac:spMkLst>
        </pc:spChg>
        <pc:spChg chg="add mod">
          <ac:chgData name="Thomas Bourgeat" userId="6fd801170b580c69" providerId="LiveId" clId="{092BB953-3548-41E1-B471-41FAE4848E78}" dt="2023-04-13T06:00:22.083" v="10950" actId="20577"/>
          <ac:spMkLst>
            <pc:docMk/>
            <pc:sldMk cId="1729508134" sldId="1543"/>
            <ac:spMk id="7" creationId="{443F56FB-6823-4F02-8B31-8E3710F41AA5}"/>
          </ac:spMkLst>
        </pc:spChg>
        <pc:spChg chg="add mod">
          <ac:chgData name="Thomas Bourgeat" userId="6fd801170b580c69" providerId="LiveId" clId="{092BB953-3548-41E1-B471-41FAE4848E78}" dt="2023-04-13T06:00:30.221" v="10956" actId="1076"/>
          <ac:spMkLst>
            <pc:docMk/>
            <pc:sldMk cId="1729508134" sldId="1543"/>
            <ac:spMk id="8" creationId="{CF420884-8E73-4A85-AAB2-9D435A5E2FAB}"/>
          </ac:spMkLst>
        </pc:spChg>
        <pc:spChg chg="add mod">
          <ac:chgData name="Thomas Bourgeat" userId="6fd801170b580c69" providerId="LiveId" clId="{092BB953-3548-41E1-B471-41FAE4848E78}" dt="2023-04-13T06:00:36.082" v="10969" actId="20577"/>
          <ac:spMkLst>
            <pc:docMk/>
            <pc:sldMk cId="1729508134" sldId="1543"/>
            <ac:spMk id="9" creationId="{F6A8550C-4D90-4DA6-ACA4-8A7E9372972F}"/>
          </ac:spMkLst>
        </pc:spChg>
        <pc:spChg chg="add mod">
          <ac:chgData name="Thomas Bourgeat" userId="6fd801170b580c69" providerId="LiveId" clId="{092BB953-3548-41E1-B471-41FAE4848E78}" dt="2023-04-13T06:00:41.344" v="10973" actId="20577"/>
          <ac:spMkLst>
            <pc:docMk/>
            <pc:sldMk cId="1729508134" sldId="1543"/>
            <ac:spMk id="10" creationId="{2123D5AD-D991-4990-AE7F-8FAA968B5C5C}"/>
          </ac:spMkLst>
        </pc:spChg>
        <pc:spChg chg="add mod">
          <ac:chgData name="Thomas Bourgeat" userId="6fd801170b580c69" providerId="LiveId" clId="{092BB953-3548-41E1-B471-41FAE4848E78}" dt="2023-04-13T06:00:48.400" v="10980" actId="1076"/>
          <ac:spMkLst>
            <pc:docMk/>
            <pc:sldMk cId="1729508134" sldId="1543"/>
            <ac:spMk id="11" creationId="{F41DFBCD-FCA3-4ABC-BB67-C1474C248510}"/>
          </ac:spMkLst>
        </pc:spChg>
        <pc:graphicFrameChg chg="add mod modGraphic">
          <ac:chgData name="Thomas Bourgeat" userId="6fd801170b580c69" providerId="LiveId" clId="{092BB953-3548-41E1-B471-41FAE4848E78}" dt="2023-04-13T06:00:07.830" v="10945" actId="207"/>
          <ac:graphicFrameMkLst>
            <pc:docMk/>
            <pc:sldMk cId="1729508134" sldId="1543"/>
            <ac:graphicFrameMk id="6" creationId="{D148D20A-BAE6-4F9D-AC28-1F78DD2C0C22}"/>
          </ac:graphicFrameMkLst>
        </pc:graphicFrameChg>
      </pc:sldChg>
      <pc:sldChg chg="addSp delSp modSp new mod ord modAnim">
        <pc:chgData name="Thomas Bourgeat" userId="6fd801170b580c69" providerId="LiveId" clId="{092BB953-3548-41E1-B471-41FAE4848E78}" dt="2023-04-13T12:23:14.275" v="13328"/>
        <pc:sldMkLst>
          <pc:docMk/>
          <pc:sldMk cId="4148023973" sldId="1544"/>
        </pc:sldMkLst>
        <pc:spChg chg="mod">
          <ac:chgData name="Thomas Bourgeat" userId="6fd801170b580c69" providerId="LiveId" clId="{092BB953-3548-41E1-B471-41FAE4848E78}" dt="2023-04-13T04:14:11.774" v="5728" actId="20577"/>
          <ac:spMkLst>
            <pc:docMk/>
            <pc:sldMk cId="4148023973" sldId="1544"/>
            <ac:spMk id="2" creationId="{7CA21A5E-FB05-4A2B-A819-52D6E8441828}"/>
          </ac:spMkLst>
        </pc:spChg>
        <pc:spChg chg="mod">
          <ac:chgData name="Thomas Bourgeat" userId="6fd801170b580c69" providerId="LiveId" clId="{092BB953-3548-41E1-B471-41FAE4848E78}" dt="2023-04-13T12:23:11.126" v="13327" actId="20577"/>
          <ac:spMkLst>
            <pc:docMk/>
            <pc:sldMk cId="4148023973" sldId="1544"/>
            <ac:spMk id="3" creationId="{8A8C9E59-F7C8-421F-BD62-F46A8C9D4D97}"/>
          </ac:spMkLst>
        </pc:spChg>
        <pc:spChg chg="add del">
          <ac:chgData name="Thomas Bourgeat" userId="6fd801170b580c69" providerId="LiveId" clId="{092BB953-3548-41E1-B471-41FAE4848E78}" dt="2023-04-13T04:26:17.315" v="6497"/>
          <ac:spMkLst>
            <pc:docMk/>
            <pc:sldMk cId="4148023973" sldId="1544"/>
            <ac:spMk id="6" creationId="{AF0FE605-32F0-4E9B-A2B9-1AE061EE6156}"/>
          </ac:spMkLst>
        </pc:spChg>
      </pc:sldChg>
      <pc:sldChg chg="modSp new mod">
        <pc:chgData name="Thomas Bourgeat" userId="6fd801170b580c69" providerId="LiveId" clId="{092BB953-3548-41E1-B471-41FAE4848E78}" dt="2023-04-13T06:38:22.556" v="12370" actId="6549"/>
        <pc:sldMkLst>
          <pc:docMk/>
          <pc:sldMk cId="3928861729" sldId="1545"/>
        </pc:sldMkLst>
        <pc:spChg chg="mod">
          <ac:chgData name="Thomas Bourgeat" userId="6fd801170b580c69" providerId="LiveId" clId="{092BB953-3548-41E1-B471-41FAE4848E78}" dt="2023-04-13T04:49:53.034" v="7461" actId="20577"/>
          <ac:spMkLst>
            <pc:docMk/>
            <pc:sldMk cId="3928861729" sldId="1545"/>
            <ac:spMk id="2" creationId="{F6FBA8FF-35A5-4D03-9BA5-59FA6341FD94}"/>
          </ac:spMkLst>
        </pc:spChg>
        <pc:spChg chg="mod">
          <ac:chgData name="Thomas Bourgeat" userId="6fd801170b580c69" providerId="LiveId" clId="{092BB953-3548-41E1-B471-41FAE4848E78}" dt="2023-04-13T06:38:22.556" v="12370" actId="6549"/>
          <ac:spMkLst>
            <pc:docMk/>
            <pc:sldMk cId="3928861729" sldId="1545"/>
            <ac:spMk id="3" creationId="{9E1BADF7-C6CA-4DF3-B874-ADD55BE1ACC0}"/>
          </ac:spMkLst>
        </pc:spChg>
      </pc:sldChg>
      <pc:sldChg chg="addSp delSp modSp new del mod modClrScheme chgLayout">
        <pc:chgData name="Thomas Bourgeat" userId="6fd801170b580c69" providerId="LiveId" clId="{092BB953-3548-41E1-B471-41FAE4848E78}" dt="2023-04-13T04:22:22.567" v="6344" actId="47"/>
        <pc:sldMkLst>
          <pc:docMk/>
          <pc:sldMk cId="799435356" sldId="1546"/>
        </pc:sldMkLst>
        <pc:spChg chg="del mod ord">
          <ac:chgData name="Thomas Bourgeat" userId="6fd801170b580c69" providerId="LiveId" clId="{092BB953-3548-41E1-B471-41FAE4848E78}" dt="2023-04-13T04:22:16.788" v="6326" actId="700"/>
          <ac:spMkLst>
            <pc:docMk/>
            <pc:sldMk cId="799435356" sldId="1546"/>
            <ac:spMk id="2" creationId="{072EDAE8-11CF-4CDF-A39B-432E79C6E6DE}"/>
          </ac:spMkLst>
        </pc:spChg>
        <pc:spChg chg="del mod ord">
          <ac:chgData name="Thomas Bourgeat" userId="6fd801170b580c69" providerId="LiveId" clId="{092BB953-3548-41E1-B471-41FAE4848E78}" dt="2023-04-13T04:22:16.788" v="6326" actId="700"/>
          <ac:spMkLst>
            <pc:docMk/>
            <pc:sldMk cId="799435356" sldId="1546"/>
            <ac:spMk id="3" creationId="{EE1209C4-E751-4BAF-91B8-15B3A100F7A0}"/>
          </ac:spMkLst>
        </pc:spChg>
        <pc:spChg chg="mod ord">
          <ac:chgData name="Thomas Bourgeat" userId="6fd801170b580c69" providerId="LiveId" clId="{092BB953-3548-41E1-B471-41FAE4848E78}" dt="2023-04-13T04:22:16.788" v="6326" actId="700"/>
          <ac:spMkLst>
            <pc:docMk/>
            <pc:sldMk cId="799435356" sldId="1546"/>
            <ac:spMk id="4" creationId="{2753AD20-07B8-4603-A450-F412020BCF09}"/>
          </ac:spMkLst>
        </pc:spChg>
        <pc:spChg chg="mod ord">
          <ac:chgData name="Thomas Bourgeat" userId="6fd801170b580c69" providerId="LiveId" clId="{092BB953-3548-41E1-B471-41FAE4848E78}" dt="2023-04-13T04:22:16.788" v="6326" actId="700"/>
          <ac:spMkLst>
            <pc:docMk/>
            <pc:sldMk cId="799435356" sldId="1546"/>
            <ac:spMk id="5" creationId="{621E66AE-730D-4F39-83F2-F6A906845623}"/>
          </ac:spMkLst>
        </pc:spChg>
        <pc:spChg chg="add mod ord">
          <ac:chgData name="Thomas Bourgeat" userId="6fd801170b580c69" providerId="LiveId" clId="{092BB953-3548-41E1-B471-41FAE4848E78}" dt="2023-04-13T04:22:21.096" v="6343" actId="20577"/>
          <ac:spMkLst>
            <pc:docMk/>
            <pc:sldMk cId="799435356" sldId="1546"/>
            <ac:spMk id="6" creationId="{B83F60D0-5D1C-4193-A083-9268ABF091D0}"/>
          </ac:spMkLst>
        </pc:spChg>
        <pc:spChg chg="add mod ord">
          <ac:chgData name="Thomas Bourgeat" userId="6fd801170b580c69" providerId="LiveId" clId="{092BB953-3548-41E1-B471-41FAE4848E78}" dt="2023-04-13T04:22:16.788" v="6326" actId="700"/>
          <ac:spMkLst>
            <pc:docMk/>
            <pc:sldMk cId="799435356" sldId="1546"/>
            <ac:spMk id="7" creationId="{C85B97E2-F228-44AE-88A3-9D0E9CB89996}"/>
          </ac:spMkLst>
        </pc:spChg>
      </pc:sldChg>
      <pc:sldChg chg="addSp delSp modSp new mod modClrScheme chgLayout">
        <pc:chgData name="Thomas Bourgeat" userId="6fd801170b580c69" providerId="LiveId" clId="{092BB953-3548-41E1-B471-41FAE4848E78}" dt="2023-04-13T05:35:57.638" v="10004" actId="20577"/>
        <pc:sldMkLst>
          <pc:docMk/>
          <pc:sldMk cId="2513736888" sldId="1546"/>
        </pc:sldMkLst>
        <pc:spChg chg="del mod ord">
          <ac:chgData name="Thomas Bourgeat" userId="6fd801170b580c69" providerId="LiveId" clId="{092BB953-3548-41E1-B471-41FAE4848E78}" dt="2023-04-13T04:22:38.103" v="6346" actId="700"/>
          <ac:spMkLst>
            <pc:docMk/>
            <pc:sldMk cId="2513736888" sldId="1546"/>
            <ac:spMk id="2" creationId="{C2644577-9A42-4295-BDD5-33D495CB0250}"/>
          </ac:spMkLst>
        </pc:spChg>
        <pc:spChg chg="del mod ord">
          <ac:chgData name="Thomas Bourgeat" userId="6fd801170b580c69" providerId="LiveId" clId="{092BB953-3548-41E1-B471-41FAE4848E78}" dt="2023-04-13T04:22:38.103" v="6346" actId="700"/>
          <ac:spMkLst>
            <pc:docMk/>
            <pc:sldMk cId="2513736888" sldId="1546"/>
            <ac:spMk id="3" creationId="{548EF667-A219-4DEE-B380-EF4E0389D61E}"/>
          </ac:spMkLst>
        </pc:spChg>
        <pc:spChg chg="mod ord">
          <ac:chgData name="Thomas Bourgeat" userId="6fd801170b580c69" providerId="LiveId" clId="{092BB953-3548-41E1-B471-41FAE4848E78}" dt="2023-04-13T04:22:38.103" v="6346" actId="700"/>
          <ac:spMkLst>
            <pc:docMk/>
            <pc:sldMk cId="2513736888" sldId="1546"/>
            <ac:spMk id="4" creationId="{9844FBEB-FABA-4B95-AC0A-D0958E3A508E}"/>
          </ac:spMkLst>
        </pc:spChg>
        <pc:spChg chg="mod ord">
          <ac:chgData name="Thomas Bourgeat" userId="6fd801170b580c69" providerId="LiveId" clId="{092BB953-3548-41E1-B471-41FAE4848E78}" dt="2023-04-13T04:22:38.103" v="6346" actId="700"/>
          <ac:spMkLst>
            <pc:docMk/>
            <pc:sldMk cId="2513736888" sldId="1546"/>
            <ac:spMk id="5" creationId="{B368051B-604B-4F0F-9721-CA4D759B9F40}"/>
          </ac:spMkLst>
        </pc:spChg>
        <pc:spChg chg="add mod ord">
          <ac:chgData name="Thomas Bourgeat" userId="6fd801170b580c69" providerId="LiveId" clId="{092BB953-3548-41E1-B471-41FAE4848E78}" dt="2023-04-13T04:22:42.526" v="6370" actId="20577"/>
          <ac:spMkLst>
            <pc:docMk/>
            <pc:sldMk cId="2513736888" sldId="1546"/>
            <ac:spMk id="6" creationId="{EFABB3D9-DAA6-497F-A0A6-8696398217E5}"/>
          </ac:spMkLst>
        </pc:spChg>
        <pc:spChg chg="add mod ord">
          <ac:chgData name="Thomas Bourgeat" userId="6fd801170b580c69" providerId="LiveId" clId="{092BB953-3548-41E1-B471-41FAE4848E78}" dt="2023-04-13T05:35:57.638" v="10004" actId="20577"/>
          <ac:spMkLst>
            <pc:docMk/>
            <pc:sldMk cId="2513736888" sldId="1546"/>
            <ac:spMk id="7" creationId="{1B8D8ABA-465B-4C07-B116-6DF5337C6DBC}"/>
          </ac:spMkLst>
        </pc:spChg>
      </pc:sldChg>
      <pc:sldChg chg="addSp delSp modSp add mod ord">
        <pc:chgData name="Thomas Bourgeat" userId="6fd801170b580c69" providerId="LiveId" clId="{092BB953-3548-41E1-B471-41FAE4848E78}" dt="2023-04-13T06:36:20.254" v="12291"/>
        <pc:sldMkLst>
          <pc:docMk/>
          <pc:sldMk cId="1790866016" sldId="1547"/>
        </pc:sldMkLst>
        <pc:spChg chg="mod">
          <ac:chgData name="Thomas Bourgeat" userId="6fd801170b580c69" providerId="LiveId" clId="{092BB953-3548-41E1-B471-41FAE4848E78}" dt="2023-04-13T04:29:27.216" v="6687" actId="20577"/>
          <ac:spMkLst>
            <pc:docMk/>
            <pc:sldMk cId="1790866016" sldId="1547"/>
            <ac:spMk id="2" creationId="{F2FDC727-B7B1-431B-91A4-AA78C567A108}"/>
          </ac:spMkLst>
        </pc:spChg>
        <pc:spChg chg="add del mod">
          <ac:chgData name="Thomas Bourgeat" userId="6fd801170b580c69" providerId="LiveId" clId="{092BB953-3548-41E1-B471-41FAE4848E78}" dt="2023-04-13T04:33:03.659" v="6689" actId="931"/>
          <ac:spMkLst>
            <pc:docMk/>
            <pc:sldMk cId="1790866016" sldId="1547"/>
            <ac:spMk id="6" creationId="{77974F54-B3FE-4C55-AE72-CDF83FC1AE26}"/>
          </ac:spMkLst>
        </pc:spChg>
        <pc:spChg chg="add del mod">
          <ac:chgData name="Thomas Bourgeat" userId="6fd801170b580c69" providerId="LiveId" clId="{092BB953-3548-41E1-B471-41FAE4848E78}" dt="2023-04-13T04:43:40.721" v="7280" actId="931"/>
          <ac:spMkLst>
            <pc:docMk/>
            <pc:sldMk cId="1790866016" sldId="1547"/>
            <ac:spMk id="11" creationId="{4ED719F3-369B-481C-9DF7-C8274D1FA7D8}"/>
          </ac:spMkLst>
        </pc:spChg>
        <pc:spChg chg="add del mod">
          <ac:chgData name="Thomas Bourgeat" userId="6fd801170b580c69" providerId="LiveId" clId="{092BB953-3548-41E1-B471-41FAE4848E78}" dt="2023-04-13T04:43:47.415" v="7282" actId="931"/>
          <ac:spMkLst>
            <pc:docMk/>
            <pc:sldMk cId="1790866016" sldId="1547"/>
            <ac:spMk id="15" creationId="{207B7D5D-0F5A-4586-AD46-6E6B14404A55}"/>
          </ac:spMkLst>
        </pc:spChg>
        <pc:picChg chg="del">
          <ac:chgData name="Thomas Bourgeat" userId="6fd801170b580c69" providerId="LiveId" clId="{092BB953-3548-41E1-B471-41FAE4848E78}" dt="2023-04-13T04:29:29.702" v="6688" actId="478"/>
          <ac:picMkLst>
            <pc:docMk/>
            <pc:sldMk cId="1790866016" sldId="1547"/>
            <ac:picMk id="7" creationId="{E4498AC0-91B8-4B68-8C58-01A043EB0895}"/>
          </ac:picMkLst>
        </pc:picChg>
        <pc:picChg chg="add del mod modCrop">
          <ac:chgData name="Thomas Bourgeat" userId="6fd801170b580c69" providerId="LiveId" clId="{092BB953-3548-41E1-B471-41FAE4848E78}" dt="2023-04-13T04:38:15.799" v="6999" actId="478"/>
          <ac:picMkLst>
            <pc:docMk/>
            <pc:sldMk cId="1790866016" sldId="1547"/>
            <ac:picMk id="9" creationId="{75C3CE28-7D56-49CC-ACC0-403F1AB65F43}"/>
          </ac:picMkLst>
        </pc:picChg>
        <pc:picChg chg="add del mod">
          <ac:chgData name="Thomas Bourgeat" userId="6fd801170b580c69" providerId="LiveId" clId="{092BB953-3548-41E1-B471-41FAE4848E78}" dt="2023-04-13T04:43:42.815" v="7281" actId="478"/>
          <ac:picMkLst>
            <pc:docMk/>
            <pc:sldMk cId="1790866016" sldId="1547"/>
            <ac:picMk id="13" creationId="{8216B5C7-A433-4F0B-89C5-52D302D6E5E3}"/>
          </ac:picMkLst>
        </pc:picChg>
        <pc:picChg chg="add mod modCrop">
          <ac:chgData name="Thomas Bourgeat" userId="6fd801170b580c69" providerId="LiveId" clId="{092BB953-3548-41E1-B471-41FAE4848E78}" dt="2023-04-13T04:44:02.178" v="7288" actId="1076"/>
          <ac:picMkLst>
            <pc:docMk/>
            <pc:sldMk cId="1790866016" sldId="1547"/>
            <ac:picMk id="17" creationId="{2EB347C8-CCCA-4F3B-A0B2-AC0573D6A2D3}"/>
          </ac:picMkLst>
        </pc:picChg>
      </pc:sldChg>
      <pc:sldChg chg="addSp modSp new mod ord modAnim">
        <pc:chgData name="Thomas Bourgeat" userId="6fd801170b580c69" providerId="LiveId" clId="{092BB953-3548-41E1-B471-41FAE4848E78}" dt="2023-04-13T06:46:33.369" v="12749" actId="20577"/>
        <pc:sldMkLst>
          <pc:docMk/>
          <pc:sldMk cId="2483479743" sldId="1548"/>
        </pc:sldMkLst>
        <pc:spChg chg="mod">
          <ac:chgData name="Thomas Bourgeat" userId="6fd801170b580c69" providerId="LiveId" clId="{092BB953-3548-41E1-B471-41FAE4848E78}" dt="2023-04-13T04:39:52.138" v="7007" actId="20577"/>
          <ac:spMkLst>
            <pc:docMk/>
            <pc:sldMk cId="2483479743" sldId="1548"/>
            <ac:spMk id="2" creationId="{3A4D8CBB-04AC-4C77-ACEA-6561889A6EF0}"/>
          </ac:spMkLst>
        </pc:spChg>
        <pc:spChg chg="mod">
          <ac:chgData name="Thomas Bourgeat" userId="6fd801170b580c69" providerId="LiveId" clId="{092BB953-3548-41E1-B471-41FAE4848E78}" dt="2023-04-13T06:46:33.369" v="12749" actId="20577"/>
          <ac:spMkLst>
            <pc:docMk/>
            <pc:sldMk cId="2483479743" sldId="1548"/>
            <ac:spMk id="3" creationId="{1B280C94-32AF-4158-94B3-C73D521510D6}"/>
          </ac:spMkLst>
        </pc:spChg>
        <pc:cxnChg chg="add">
          <ac:chgData name="Thomas Bourgeat" userId="6fd801170b580c69" providerId="LiveId" clId="{092BB953-3548-41E1-B471-41FAE4848E78}" dt="2023-04-13T04:41:07.052" v="7071" actId="11529"/>
          <ac:cxnSpMkLst>
            <pc:docMk/>
            <pc:sldMk cId="2483479743" sldId="1548"/>
            <ac:cxnSpMk id="7" creationId="{25B926DD-5FF0-41EF-B633-2F8F71C40BE5}"/>
          </ac:cxnSpMkLst>
        </pc:cxnChg>
        <pc:cxnChg chg="add mod">
          <ac:chgData name="Thomas Bourgeat" userId="6fd801170b580c69" providerId="LiveId" clId="{092BB953-3548-41E1-B471-41FAE4848E78}" dt="2023-04-13T04:41:09.324" v="7073" actId="1076"/>
          <ac:cxnSpMkLst>
            <pc:docMk/>
            <pc:sldMk cId="2483479743" sldId="1548"/>
            <ac:cxnSpMk id="8" creationId="{C3AA182B-0B08-43D9-8D35-CF74AAE2B10D}"/>
          </ac:cxnSpMkLst>
        </pc:cxnChg>
      </pc:sldChg>
      <pc:sldChg chg="add del">
        <pc:chgData name="Thomas Bourgeat" userId="6fd801170b580c69" providerId="LiveId" clId="{092BB953-3548-41E1-B471-41FAE4848E78}" dt="2023-04-13T04:42:28.794" v="7267" actId="47"/>
        <pc:sldMkLst>
          <pc:docMk/>
          <pc:sldMk cId="503285764" sldId="1549"/>
        </pc:sldMkLst>
      </pc:sldChg>
      <pc:sldChg chg="modSp add mod modAnim">
        <pc:chgData name="Thomas Bourgeat" userId="6fd801170b580c69" providerId="LiveId" clId="{092BB953-3548-41E1-B471-41FAE4848E78}" dt="2023-04-13T06:47:49.619" v="12834" actId="20577"/>
        <pc:sldMkLst>
          <pc:docMk/>
          <pc:sldMk cId="1319470665" sldId="1549"/>
        </pc:sldMkLst>
        <pc:spChg chg="mod">
          <ac:chgData name="Thomas Bourgeat" userId="6fd801170b580c69" providerId="LiveId" clId="{092BB953-3548-41E1-B471-41FAE4848E78}" dt="2023-04-13T06:47:49.619" v="12834" actId="20577"/>
          <ac:spMkLst>
            <pc:docMk/>
            <pc:sldMk cId="1319470665" sldId="1549"/>
            <ac:spMk id="2" creationId="{F6FBA8FF-35A5-4D03-9BA5-59FA6341FD94}"/>
          </ac:spMkLst>
        </pc:spChg>
        <pc:spChg chg="mod">
          <ac:chgData name="Thomas Bourgeat" userId="6fd801170b580c69" providerId="LiveId" clId="{092BB953-3548-41E1-B471-41FAE4848E78}" dt="2023-04-13T06:38:09.132" v="12361" actId="20577"/>
          <ac:spMkLst>
            <pc:docMk/>
            <pc:sldMk cId="1319470665" sldId="1549"/>
            <ac:spMk id="3" creationId="{9E1BADF7-C6CA-4DF3-B874-ADD55BE1ACC0}"/>
          </ac:spMkLst>
        </pc:spChg>
      </pc:sldChg>
      <pc:sldChg chg="addSp delSp modSp new mod modShow">
        <pc:chgData name="Thomas Bourgeat" userId="6fd801170b580c69" providerId="LiveId" clId="{092BB953-3548-41E1-B471-41FAE4848E78}" dt="2023-04-13T06:36:45.025" v="12292" actId="729"/>
        <pc:sldMkLst>
          <pc:docMk/>
          <pc:sldMk cId="3212528882" sldId="1550"/>
        </pc:sldMkLst>
        <pc:spChg chg="mod">
          <ac:chgData name="Thomas Bourgeat" userId="6fd801170b580c69" providerId="LiveId" clId="{092BB953-3548-41E1-B471-41FAE4848E78}" dt="2023-04-13T04:55:10.536" v="7527" actId="20577"/>
          <ac:spMkLst>
            <pc:docMk/>
            <pc:sldMk cId="3212528882" sldId="1550"/>
            <ac:spMk id="2" creationId="{A064B8C2-F527-4661-9E26-0A2C58D0FC72}"/>
          </ac:spMkLst>
        </pc:spChg>
        <pc:spChg chg="del">
          <ac:chgData name="Thomas Bourgeat" userId="6fd801170b580c69" providerId="LiveId" clId="{092BB953-3548-41E1-B471-41FAE4848E78}" dt="2023-04-13T04:55:34.754" v="7528" actId="931"/>
          <ac:spMkLst>
            <pc:docMk/>
            <pc:sldMk cId="3212528882" sldId="1550"/>
            <ac:spMk id="3" creationId="{9F0EA1F7-0B09-4A92-805E-43D9D32CAFB0}"/>
          </ac:spMkLst>
        </pc:spChg>
        <pc:spChg chg="add mod">
          <ac:chgData name="Thomas Bourgeat" userId="6fd801170b580c69" providerId="LiveId" clId="{092BB953-3548-41E1-B471-41FAE4848E78}" dt="2023-04-13T04:59:35.581" v="7598" actId="20577"/>
          <ac:spMkLst>
            <pc:docMk/>
            <pc:sldMk cId="3212528882" sldId="1550"/>
            <ac:spMk id="9" creationId="{AEED47EC-B346-498C-A8D4-60E960368304}"/>
          </ac:spMkLst>
        </pc:spChg>
        <pc:picChg chg="add mod">
          <ac:chgData name="Thomas Bourgeat" userId="6fd801170b580c69" providerId="LiveId" clId="{092BB953-3548-41E1-B471-41FAE4848E78}" dt="2023-04-13T04:55:38.179" v="7531" actId="1076"/>
          <ac:picMkLst>
            <pc:docMk/>
            <pc:sldMk cId="3212528882" sldId="1550"/>
            <ac:picMk id="7" creationId="{593A6567-49DE-4615-8041-4B09EC1DCD03}"/>
          </ac:picMkLst>
        </pc:picChg>
      </pc:sldChg>
      <pc:sldChg chg="addSp delSp modSp add mod ord modAnim">
        <pc:chgData name="Thomas Bourgeat" userId="6fd801170b580c69" providerId="LiveId" clId="{092BB953-3548-41E1-B471-41FAE4848E78}" dt="2023-04-13T05:06:24.003" v="7805"/>
        <pc:sldMkLst>
          <pc:docMk/>
          <pc:sldMk cId="3124701926" sldId="1551"/>
        </pc:sldMkLst>
        <pc:spChg chg="mod">
          <ac:chgData name="Thomas Bourgeat" userId="6fd801170b580c69" providerId="LiveId" clId="{092BB953-3548-41E1-B471-41FAE4848E78}" dt="2023-04-13T05:01:53.106" v="7719" actId="14100"/>
          <ac:spMkLst>
            <pc:docMk/>
            <pc:sldMk cId="3124701926" sldId="1551"/>
            <ac:spMk id="2" creationId="{F2FDC727-B7B1-431B-91A4-AA78C567A108}"/>
          </ac:spMkLst>
        </pc:spChg>
        <pc:spChg chg="add del mod">
          <ac:chgData name="Thomas Bourgeat" userId="6fd801170b580c69" providerId="LiveId" clId="{092BB953-3548-41E1-B471-41FAE4848E78}" dt="2023-04-13T05:02:21.749" v="7734" actId="478"/>
          <ac:spMkLst>
            <pc:docMk/>
            <pc:sldMk cId="3124701926" sldId="1551"/>
            <ac:spMk id="3" creationId="{09372D0F-3B40-4B0C-A044-84DEDAC6EE5A}"/>
          </ac:spMkLst>
        </pc:spChg>
        <pc:spChg chg="add mod">
          <ac:chgData name="Thomas Bourgeat" userId="6fd801170b580c69" providerId="LiveId" clId="{092BB953-3548-41E1-B471-41FAE4848E78}" dt="2023-04-13T05:05:55.636" v="7795" actId="1076"/>
          <ac:spMkLst>
            <pc:docMk/>
            <pc:sldMk cId="3124701926" sldId="1551"/>
            <ac:spMk id="8" creationId="{BA3BF994-C086-43BE-9222-2882E4773798}"/>
          </ac:spMkLst>
        </pc:spChg>
        <pc:spChg chg="add mod">
          <ac:chgData name="Thomas Bourgeat" userId="6fd801170b580c69" providerId="LiveId" clId="{092BB953-3548-41E1-B471-41FAE4848E78}" dt="2023-04-13T05:05:44.890" v="7792" actId="1076"/>
          <ac:spMkLst>
            <pc:docMk/>
            <pc:sldMk cId="3124701926" sldId="1551"/>
            <ac:spMk id="15" creationId="{7801C55B-0D0B-4605-B1E0-D818A2107D66}"/>
          </ac:spMkLst>
        </pc:spChg>
        <pc:spChg chg="add mod">
          <ac:chgData name="Thomas Bourgeat" userId="6fd801170b580c69" providerId="LiveId" clId="{092BB953-3548-41E1-B471-41FAE4848E78}" dt="2023-04-13T05:06:05.605" v="7803" actId="20577"/>
          <ac:spMkLst>
            <pc:docMk/>
            <pc:sldMk cId="3124701926" sldId="1551"/>
            <ac:spMk id="18" creationId="{5BF8899D-95BB-4385-B7B3-670FA717B15F}"/>
          </ac:spMkLst>
        </pc:spChg>
        <pc:grpChg chg="add mod">
          <ac:chgData name="Thomas Bourgeat" userId="6fd801170b580c69" providerId="LiveId" clId="{092BB953-3548-41E1-B471-41FAE4848E78}" dt="2023-04-13T05:05:43.006" v="7791" actId="1076"/>
          <ac:grpSpMkLst>
            <pc:docMk/>
            <pc:sldMk cId="3124701926" sldId="1551"/>
            <ac:grpSpMk id="11" creationId="{290E85CA-0B2E-420A-B6C7-17FE1FAFFF37}"/>
          </ac:grpSpMkLst>
        </pc:grpChg>
        <pc:picChg chg="add mod">
          <ac:chgData name="Thomas Bourgeat" userId="6fd801170b580c69" providerId="LiveId" clId="{092BB953-3548-41E1-B471-41FAE4848E78}" dt="2023-04-13T05:05:53.558" v="7794" actId="1076"/>
          <ac:picMkLst>
            <pc:docMk/>
            <pc:sldMk cId="3124701926" sldId="1551"/>
            <ac:picMk id="7" creationId="{D76919C6-BF8D-4A22-BDE5-E8CF73616289}"/>
          </ac:picMkLst>
        </pc:picChg>
        <pc:picChg chg="add mod">
          <ac:chgData name="Thomas Bourgeat" userId="6fd801170b580c69" providerId="LiveId" clId="{092BB953-3548-41E1-B471-41FAE4848E78}" dt="2023-04-13T05:05:09.416" v="7772" actId="164"/>
          <ac:picMkLst>
            <pc:docMk/>
            <pc:sldMk cId="3124701926" sldId="1551"/>
            <ac:picMk id="10" creationId="{3DCA3FFE-C409-4B83-B59A-D025FC3EF556}"/>
          </ac:picMkLst>
        </pc:picChg>
        <pc:picChg chg="add mod">
          <ac:chgData name="Thomas Bourgeat" userId="6fd801170b580c69" providerId="LiveId" clId="{092BB953-3548-41E1-B471-41FAE4848E78}" dt="2023-04-13T05:05:09.416" v="7772" actId="164"/>
          <ac:picMkLst>
            <pc:docMk/>
            <pc:sldMk cId="3124701926" sldId="1551"/>
            <ac:picMk id="12" creationId="{5D88D68D-BD1F-4C8D-9C25-8927ECE51CE3}"/>
          </ac:picMkLst>
        </pc:picChg>
        <pc:picChg chg="add mod">
          <ac:chgData name="Thomas Bourgeat" userId="6fd801170b580c69" providerId="LiveId" clId="{092BB953-3548-41E1-B471-41FAE4848E78}" dt="2023-04-13T05:05:09.416" v="7772" actId="164"/>
          <ac:picMkLst>
            <pc:docMk/>
            <pc:sldMk cId="3124701926" sldId="1551"/>
            <ac:picMk id="13" creationId="{7FBC237F-47E8-4EFD-A3DB-AD1D940D741D}"/>
          </ac:picMkLst>
        </pc:picChg>
        <pc:picChg chg="add mod">
          <ac:chgData name="Thomas Bourgeat" userId="6fd801170b580c69" providerId="LiveId" clId="{092BB953-3548-41E1-B471-41FAE4848E78}" dt="2023-04-13T05:06:00.052" v="7797" actId="1076"/>
          <ac:picMkLst>
            <pc:docMk/>
            <pc:sldMk cId="3124701926" sldId="1551"/>
            <ac:picMk id="16" creationId="{9CC1046C-596D-4FCC-B7C5-9C27C7263D77}"/>
          </ac:picMkLst>
        </pc:picChg>
        <pc:picChg chg="mod">
          <ac:chgData name="Thomas Bourgeat" userId="6fd801170b580c69" providerId="LiveId" clId="{092BB953-3548-41E1-B471-41FAE4848E78}" dt="2023-04-13T05:05:31.671" v="7787" actId="1076"/>
          <ac:picMkLst>
            <pc:docMk/>
            <pc:sldMk cId="3124701926" sldId="1551"/>
            <ac:picMk id="17" creationId="{2EB347C8-CCCA-4F3B-A0B2-AC0573D6A2D3}"/>
          </ac:picMkLst>
        </pc:picChg>
      </pc:sldChg>
      <pc:sldChg chg="addSp modSp add mod modAnim">
        <pc:chgData name="Thomas Bourgeat" userId="6fd801170b580c69" providerId="LiveId" clId="{092BB953-3548-41E1-B471-41FAE4848E78}" dt="2023-04-13T05:09:04.869" v="7959" actId="20577"/>
        <pc:sldMkLst>
          <pc:docMk/>
          <pc:sldMk cId="3633130631" sldId="1552"/>
        </pc:sldMkLst>
        <pc:spChg chg="add mod">
          <ac:chgData name="Thomas Bourgeat" userId="6fd801170b580c69" providerId="LiveId" clId="{092BB953-3548-41E1-B471-41FAE4848E78}" dt="2023-04-13T05:09:04.869" v="7959" actId="20577"/>
          <ac:spMkLst>
            <pc:docMk/>
            <pc:sldMk cId="3633130631" sldId="1552"/>
            <ac:spMk id="3" creationId="{7D97833E-1717-4A6A-92D9-F70163EDCCBB}"/>
          </ac:spMkLst>
        </pc:spChg>
        <pc:spChg chg="mod">
          <ac:chgData name="Thomas Bourgeat" userId="6fd801170b580c69" providerId="LiveId" clId="{092BB953-3548-41E1-B471-41FAE4848E78}" dt="2023-04-13T05:06:39.645" v="7810" actId="1076"/>
          <ac:spMkLst>
            <pc:docMk/>
            <pc:sldMk cId="3633130631" sldId="1552"/>
            <ac:spMk id="15" creationId="{7801C55B-0D0B-4605-B1E0-D818A2107D66}"/>
          </ac:spMkLst>
        </pc:spChg>
        <pc:spChg chg="add mod">
          <ac:chgData name="Thomas Bourgeat" userId="6fd801170b580c69" providerId="LiveId" clId="{092BB953-3548-41E1-B471-41FAE4848E78}" dt="2023-04-13T05:07:42.239" v="7836" actId="1076"/>
          <ac:spMkLst>
            <pc:docMk/>
            <pc:sldMk cId="3633130631" sldId="1552"/>
            <ac:spMk id="19" creationId="{9BD8D082-10AA-4D62-9B32-BFC83E02D3D1}"/>
          </ac:spMkLst>
        </pc:spChg>
        <pc:grpChg chg="mod">
          <ac:chgData name="Thomas Bourgeat" userId="6fd801170b580c69" providerId="LiveId" clId="{092BB953-3548-41E1-B471-41FAE4848E78}" dt="2023-04-13T05:06:39.645" v="7810" actId="1076"/>
          <ac:grpSpMkLst>
            <pc:docMk/>
            <pc:sldMk cId="3633130631" sldId="1552"/>
            <ac:grpSpMk id="11" creationId="{290E85CA-0B2E-420A-B6C7-17FE1FAFFF37}"/>
          </ac:grpSpMkLst>
        </pc:grpChg>
        <pc:picChg chg="mod">
          <ac:chgData name="Thomas Bourgeat" userId="6fd801170b580c69" providerId="LiveId" clId="{092BB953-3548-41E1-B471-41FAE4848E78}" dt="2023-04-13T05:06:34.805" v="7809" actId="1076"/>
          <ac:picMkLst>
            <pc:docMk/>
            <pc:sldMk cId="3633130631" sldId="1552"/>
            <ac:picMk id="17" creationId="{2EB347C8-CCCA-4F3B-A0B2-AC0573D6A2D3}"/>
          </ac:picMkLst>
        </pc:picChg>
      </pc:sldChg>
      <pc:sldChg chg="new del">
        <pc:chgData name="Thomas Bourgeat" userId="6fd801170b580c69" providerId="LiveId" clId="{092BB953-3548-41E1-B471-41FAE4848E78}" dt="2023-04-13T05:07:57.223" v="7840" actId="47"/>
        <pc:sldMkLst>
          <pc:docMk/>
          <pc:sldMk cId="820348870" sldId="1553"/>
        </pc:sldMkLst>
      </pc:sldChg>
      <pc:sldChg chg="modSp add mod">
        <pc:chgData name="Thomas Bourgeat" userId="6fd801170b580c69" providerId="LiveId" clId="{092BB953-3548-41E1-B471-41FAE4848E78}" dt="2023-04-13T05:35:08.483" v="9987" actId="20577"/>
        <pc:sldMkLst>
          <pc:docMk/>
          <pc:sldMk cId="1202392961" sldId="1553"/>
        </pc:sldMkLst>
        <pc:spChg chg="mod">
          <ac:chgData name="Thomas Bourgeat" userId="6fd801170b580c69" providerId="LiveId" clId="{092BB953-3548-41E1-B471-41FAE4848E78}" dt="2023-04-13T05:34:46.250" v="9945" actId="20577"/>
          <ac:spMkLst>
            <pc:docMk/>
            <pc:sldMk cId="1202392961" sldId="1553"/>
            <ac:spMk id="2" creationId="{72A9ECC2-309D-4C10-B4DD-52A0E30CE0F7}"/>
          </ac:spMkLst>
        </pc:spChg>
        <pc:spChg chg="mod">
          <ac:chgData name="Thomas Bourgeat" userId="6fd801170b580c69" providerId="LiveId" clId="{092BB953-3548-41E1-B471-41FAE4848E78}" dt="2023-04-13T05:35:08.483" v="9987" actId="20577"/>
          <ac:spMkLst>
            <pc:docMk/>
            <pc:sldMk cId="1202392961" sldId="1553"/>
            <ac:spMk id="3" creationId="{36892D11-5432-469B-AC96-DE379BDBD507}"/>
          </ac:spMkLst>
        </pc:spChg>
      </pc:sldChg>
      <pc:sldChg chg="addSp delSp modSp add del mod">
        <pc:chgData name="Thomas Bourgeat" userId="6fd801170b580c69" providerId="LiveId" clId="{092BB953-3548-41E1-B471-41FAE4848E78}" dt="2023-04-13T05:07:45.021" v="7837" actId="47"/>
        <pc:sldMkLst>
          <pc:docMk/>
          <pc:sldMk cId="3173744366" sldId="1553"/>
        </pc:sldMkLst>
        <pc:spChg chg="add del mod">
          <ac:chgData name="Thomas Bourgeat" userId="6fd801170b580c69" providerId="LiveId" clId="{092BB953-3548-41E1-B471-41FAE4848E78}" dt="2023-04-13T05:07:33.893" v="7834" actId="21"/>
          <ac:spMkLst>
            <pc:docMk/>
            <pc:sldMk cId="3173744366" sldId="1553"/>
            <ac:spMk id="14" creationId="{CFFAFFD7-C12C-4195-AE83-01E17977569E}"/>
          </ac:spMkLst>
        </pc:spChg>
        <pc:cxnChg chg="add del">
          <ac:chgData name="Thomas Bourgeat" userId="6fd801170b580c69" providerId="LiveId" clId="{092BB953-3548-41E1-B471-41FAE4848E78}" dt="2023-04-13T05:07:00.603" v="7816" actId="478"/>
          <ac:cxnSpMkLst>
            <pc:docMk/>
            <pc:sldMk cId="3173744366" sldId="1553"/>
            <ac:cxnSpMk id="6" creationId="{366B8922-E81D-4A11-8965-79564BF6CDCE}"/>
          </ac:cxnSpMkLst>
        </pc:cxnChg>
        <pc:cxnChg chg="add del mod">
          <ac:chgData name="Thomas Bourgeat" userId="6fd801170b580c69" providerId="LiveId" clId="{092BB953-3548-41E1-B471-41FAE4848E78}" dt="2023-04-13T05:06:57.740" v="7815" actId="478"/>
          <ac:cxnSpMkLst>
            <pc:docMk/>
            <pc:sldMk cId="3173744366" sldId="1553"/>
            <ac:cxnSpMk id="19" creationId="{E2A97876-2779-4721-BB30-81F71A549171}"/>
          </ac:cxnSpMkLst>
        </pc:cxnChg>
      </pc:sldChg>
      <pc:sldChg chg="modSp new del mod ord">
        <pc:chgData name="Thomas Bourgeat" userId="6fd801170b580c69" providerId="LiveId" clId="{092BB953-3548-41E1-B471-41FAE4848E78}" dt="2023-04-13T06:45:05.535" v="12589" actId="47"/>
        <pc:sldMkLst>
          <pc:docMk/>
          <pc:sldMk cId="3599715895" sldId="1554"/>
        </pc:sldMkLst>
        <pc:spChg chg="mod">
          <ac:chgData name="Thomas Bourgeat" userId="6fd801170b580c69" providerId="LiveId" clId="{092BB953-3548-41E1-B471-41FAE4848E78}" dt="2023-04-13T05:56:46.776" v="10901" actId="20577"/>
          <ac:spMkLst>
            <pc:docMk/>
            <pc:sldMk cId="3599715895" sldId="1554"/>
            <ac:spMk id="3" creationId="{3ED8D579-0967-4FB3-A409-5BB185660030}"/>
          </ac:spMkLst>
        </pc:spChg>
      </pc:sldChg>
      <pc:sldChg chg="modSp add mod ord">
        <pc:chgData name="Thomas Bourgeat" userId="6fd801170b580c69" providerId="LiveId" clId="{092BB953-3548-41E1-B471-41FAE4848E78}" dt="2023-04-13T06:53:53.473" v="13153" actId="20577"/>
        <pc:sldMkLst>
          <pc:docMk/>
          <pc:sldMk cId="1933525597" sldId="1555"/>
        </pc:sldMkLst>
        <pc:spChg chg="mod">
          <ac:chgData name="Thomas Bourgeat" userId="6fd801170b580c69" providerId="LiveId" clId="{092BB953-3548-41E1-B471-41FAE4848E78}" dt="2023-04-13T06:53:53.473" v="13153" actId="20577"/>
          <ac:spMkLst>
            <pc:docMk/>
            <pc:sldMk cId="1933525597" sldId="1555"/>
            <ac:spMk id="2" creationId="{F6FBA8FF-35A5-4D03-9BA5-59FA6341FD94}"/>
          </ac:spMkLst>
        </pc:spChg>
        <pc:spChg chg="mod">
          <ac:chgData name="Thomas Bourgeat" userId="6fd801170b580c69" providerId="LiveId" clId="{092BB953-3548-41E1-B471-41FAE4848E78}" dt="2023-04-13T06:53:40.424" v="13123" actId="20577"/>
          <ac:spMkLst>
            <pc:docMk/>
            <pc:sldMk cId="1933525597" sldId="1555"/>
            <ac:spMk id="3" creationId="{9E1BADF7-C6CA-4DF3-B874-ADD55BE1ACC0}"/>
          </ac:spMkLst>
        </pc:spChg>
      </pc:sldChg>
      <pc:sldChg chg="modSp add del mod modAnim">
        <pc:chgData name="Thomas Bourgeat" userId="6fd801170b580c69" providerId="LiveId" clId="{092BB953-3548-41E1-B471-41FAE4848E78}" dt="2023-04-13T06:28:52.897" v="12104" actId="47"/>
        <pc:sldMkLst>
          <pc:docMk/>
          <pc:sldMk cId="675236992" sldId="1556"/>
        </pc:sldMkLst>
        <pc:spChg chg="mod">
          <ac:chgData name="Thomas Bourgeat" userId="6fd801170b580c69" providerId="LiveId" clId="{092BB953-3548-41E1-B471-41FAE4848E78}" dt="2023-04-13T06:28:29.737" v="12099" actId="20577"/>
          <ac:spMkLst>
            <pc:docMk/>
            <pc:sldMk cId="675236992" sldId="1556"/>
            <ac:spMk id="3" creationId="{9E1BADF7-C6CA-4DF3-B874-ADD55BE1ACC0}"/>
          </ac:spMkLst>
        </pc:spChg>
      </pc:sldChg>
      <pc:sldChg chg="modSp add del mod">
        <pc:chgData name="Thomas Bourgeat" userId="6fd801170b580c69" providerId="LiveId" clId="{092BB953-3548-41E1-B471-41FAE4848E78}" dt="2023-04-13T06:40:38.870" v="12471" actId="47"/>
        <pc:sldMkLst>
          <pc:docMk/>
          <pc:sldMk cId="549239789" sldId="1557"/>
        </pc:sldMkLst>
        <pc:spChg chg="mod">
          <ac:chgData name="Thomas Bourgeat" userId="6fd801170b580c69" providerId="LiveId" clId="{092BB953-3548-41E1-B471-41FAE4848E78}" dt="2023-04-13T06:18:42.186" v="11625" actId="21"/>
          <ac:spMkLst>
            <pc:docMk/>
            <pc:sldMk cId="549239789" sldId="1557"/>
            <ac:spMk id="3" creationId="{9E1BADF7-C6CA-4DF3-B874-ADD55BE1ACC0}"/>
          </ac:spMkLst>
        </pc:spChg>
      </pc:sldChg>
      <pc:sldChg chg="modSp add del mod">
        <pc:chgData name="Thomas Bourgeat" userId="6fd801170b580c69" providerId="LiveId" clId="{092BB953-3548-41E1-B471-41FAE4848E78}" dt="2023-04-13T06:40:39.719" v="12472" actId="47"/>
        <pc:sldMkLst>
          <pc:docMk/>
          <pc:sldMk cId="2788104953" sldId="1558"/>
        </pc:sldMkLst>
        <pc:spChg chg="mod">
          <ac:chgData name="Thomas Bourgeat" userId="6fd801170b580c69" providerId="LiveId" clId="{092BB953-3548-41E1-B471-41FAE4848E78}" dt="2023-04-13T06:15:26.286" v="11531" actId="20577"/>
          <ac:spMkLst>
            <pc:docMk/>
            <pc:sldMk cId="2788104953" sldId="1558"/>
            <ac:spMk id="3" creationId="{9E1BADF7-C6CA-4DF3-B874-ADD55BE1ACC0}"/>
          </ac:spMkLst>
        </pc:spChg>
      </pc:sldChg>
      <pc:sldChg chg="modSp add mod ord">
        <pc:chgData name="Thomas Bourgeat" userId="6fd801170b580c69" providerId="LiveId" clId="{092BB953-3548-41E1-B471-41FAE4848E78}" dt="2023-04-13T06:51:58.478" v="13050" actId="20577"/>
        <pc:sldMkLst>
          <pc:docMk/>
          <pc:sldMk cId="117125415" sldId="1559"/>
        </pc:sldMkLst>
        <pc:spChg chg="mod">
          <ac:chgData name="Thomas Bourgeat" userId="6fd801170b580c69" providerId="LiveId" clId="{092BB953-3548-41E1-B471-41FAE4848E78}" dt="2023-04-13T06:47:36.121" v="12800" actId="20577"/>
          <ac:spMkLst>
            <pc:docMk/>
            <pc:sldMk cId="117125415" sldId="1559"/>
            <ac:spMk id="2" creationId="{F6FBA8FF-35A5-4D03-9BA5-59FA6341FD94}"/>
          </ac:spMkLst>
        </pc:spChg>
        <pc:spChg chg="mod">
          <ac:chgData name="Thomas Bourgeat" userId="6fd801170b580c69" providerId="LiveId" clId="{092BB953-3548-41E1-B471-41FAE4848E78}" dt="2023-04-13T06:51:58.478" v="13050" actId="20577"/>
          <ac:spMkLst>
            <pc:docMk/>
            <pc:sldMk cId="117125415" sldId="1559"/>
            <ac:spMk id="3" creationId="{9E1BADF7-C6CA-4DF3-B874-ADD55BE1ACC0}"/>
          </ac:spMkLst>
        </pc:spChg>
      </pc:sldChg>
      <pc:sldChg chg="modSp add mod ord modAnim">
        <pc:chgData name="Thomas Bourgeat" userId="6fd801170b580c69" providerId="LiveId" clId="{092BB953-3548-41E1-B471-41FAE4848E78}" dt="2023-04-13T06:50:41.437" v="12911" actId="20577"/>
        <pc:sldMkLst>
          <pc:docMk/>
          <pc:sldMk cId="280315305" sldId="1560"/>
        </pc:sldMkLst>
        <pc:spChg chg="mod">
          <ac:chgData name="Thomas Bourgeat" userId="6fd801170b580c69" providerId="LiveId" clId="{092BB953-3548-41E1-B471-41FAE4848E78}" dt="2023-04-13T06:50:41.437" v="12911" actId="20577"/>
          <ac:spMkLst>
            <pc:docMk/>
            <pc:sldMk cId="280315305" sldId="1560"/>
            <ac:spMk id="3" creationId="{9E1BADF7-C6CA-4DF3-B874-ADD55BE1ACC0}"/>
          </ac:spMkLst>
        </pc:spChg>
      </pc:sldChg>
      <pc:sldChg chg="modSp add mod modAnim">
        <pc:chgData name="Thomas Bourgeat" userId="6fd801170b580c69" providerId="LiveId" clId="{092BB953-3548-41E1-B471-41FAE4848E78}" dt="2023-04-13T06:50:47.316" v="12922" actId="6549"/>
        <pc:sldMkLst>
          <pc:docMk/>
          <pc:sldMk cId="4079250307" sldId="1561"/>
        </pc:sldMkLst>
        <pc:spChg chg="mod">
          <ac:chgData name="Thomas Bourgeat" userId="6fd801170b580c69" providerId="LiveId" clId="{092BB953-3548-41E1-B471-41FAE4848E78}" dt="2023-04-13T06:50:47.316" v="12922" actId="6549"/>
          <ac:spMkLst>
            <pc:docMk/>
            <pc:sldMk cId="4079250307" sldId="1561"/>
            <ac:spMk id="3" creationId="{9E1BADF7-C6CA-4DF3-B874-ADD55BE1ACC0}"/>
          </ac:spMkLst>
        </pc:spChg>
      </pc:sldChg>
      <pc:sldChg chg="modSp new mod ord">
        <pc:chgData name="Thomas Bourgeat" userId="6fd801170b580c69" providerId="LiveId" clId="{092BB953-3548-41E1-B471-41FAE4848E78}" dt="2023-04-13T12:21:45.415" v="13303"/>
        <pc:sldMkLst>
          <pc:docMk/>
          <pc:sldMk cId="3069395443" sldId="1562"/>
        </pc:sldMkLst>
        <pc:spChg chg="mod">
          <ac:chgData name="Thomas Bourgeat" userId="6fd801170b580c69" providerId="LiveId" clId="{092BB953-3548-41E1-B471-41FAE4848E78}" dt="2023-04-13T06:41:02.095" v="12507" actId="20577"/>
          <ac:spMkLst>
            <pc:docMk/>
            <pc:sldMk cId="3069395443" sldId="1562"/>
            <ac:spMk id="2" creationId="{D0B1E676-E019-4501-B1C9-1183BD6B4364}"/>
          </ac:spMkLst>
        </pc:spChg>
        <pc:spChg chg="mod">
          <ac:chgData name="Thomas Bourgeat" userId="6fd801170b580c69" providerId="LiveId" clId="{092BB953-3548-41E1-B471-41FAE4848E78}" dt="2023-04-13T06:42:34.507" v="12580" actId="20577"/>
          <ac:spMkLst>
            <pc:docMk/>
            <pc:sldMk cId="3069395443" sldId="1562"/>
            <ac:spMk id="3" creationId="{08D42ED0-DDB0-421A-8164-0659E8A81D11}"/>
          </ac:spMkLst>
        </pc:spChg>
      </pc:sldChg>
      <pc:sldChg chg="modSp new mod ord modAnim">
        <pc:chgData name="Thomas Bourgeat" userId="6fd801170b580c69" providerId="LiveId" clId="{092BB953-3548-41E1-B471-41FAE4848E78}" dt="2023-04-13T12:22:39.276" v="13309" actId="313"/>
        <pc:sldMkLst>
          <pc:docMk/>
          <pc:sldMk cId="4219141320" sldId="1563"/>
        </pc:sldMkLst>
        <pc:spChg chg="mod">
          <ac:chgData name="Thomas Bourgeat" userId="6fd801170b580c69" providerId="LiveId" clId="{092BB953-3548-41E1-B471-41FAE4848E78}" dt="2023-04-13T12:22:39.276" v="13309" actId="313"/>
          <ac:spMkLst>
            <pc:docMk/>
            <pc:sldMk cId="4219141320" sldId="1563"/>
            <ac:spMk id="2" creationId="{4D93C41A-DA02-4B2B-A8A5-DB2AF3E01738}"/>
          </ac:spMkLst>
        </pc:spChg>
        <pc:spChg chg="mod">
          <ac:chgData name="Thomas Bourgeat" userId="6fd801170b580c69" providerId="LiveId" clId="{092BB953-3548-41E1-B471-41FAE4848E78}" dt="2023-04-13T06:56:07.744" v="13297" actId="20577"/>
          <ac:spMkLst>
            <pc:docMk/>
            <pc:sldMk cId="4219141320" sldId="1563"/>
            <ac:spMk id="3" creationId="{69970D7C-D6DD-48A6-9016-875C747537A8}"/>
          </ac:spMkLst>
        </pc:spChg>
      </pc:sldChg>
      <pc:sldChg chg="addSp delSp modSp add del mod">
        <pc:chgData name="Thomas Bourgeat" userId="6fd801170b580c69" providerId="LiveId" clId="{092BB953-3548-41E1-B471-41FAE4848E78}" dt="2023-04-13T06:46:37.556" v="12750" actId="47"/>
        <pc:sldMkLst>
          <pc:docMk/>
          <pc:sldMk cId="3216007225" sldId="1564"/>
        </pc:sldMkLst>
        <pc:spChg chg="mod">
          <ac:chgData name="Thomas Bourgeat" userId="6fd801170b580c69" providerId="LiveId" clId="{092BB953-3548-41E1-B471-41FAE4848E78}" dt="2023-04-13T06:46:08.960" v="12744" actId="20577"/>
          <ac:spMkLst>
            <pc:docMk/>
            <pc:sldMk cId="3216007225" sldId="1564"/>
            <ac:spMk id="3" creationId="{1B280C94-32AF-4158-94B3-C73D521510D6}"/>
          </ac:spMkLst>
        </pc:spChg>
        <pc:spChg chg="add del mod">
          <ac:chgData name="Thomas Bourgeat" userId="6fd801170b580c69" providerId="LiveId" clId="{092BB953-3548-41E1-B471-41FAE4848E78}" dt="2023-04-13T06:45:53.405" v="12677" actId="478"/>
          <ac:spMkLst>
            <pc:docMk/>
            <pc:sldMk cId="3216007225" sldId="1564"/>
            <ac:spMk id="6" creationId="{AFD46C3A-158C-4AA5-8434-B08A34557A18}"/>
          </ac:spMkLst>
        </pc:spChg>
      </pc:sldChg>
      <pc:sldChg chg="modSp new mod">
        <pc:chgData name="Thomas Bourgeat" userId="6fd801170b580c69" providerId="LiveId" clId="{092BB953-3548-41E1-B471-41FAE4848E78}" dt="2023-04-13T06:46:54.247" v="12773" actId="20577"/>
        <pc:sldMkLst>
          <pc:docMk/>
          <pc:sldMk cId="4278475443" sldId="1564"/>
        </pc:sldMkLst>
        <pc:spChg chg="mod">
          <ac:chgData name="Thomas Bourgeat" userId="6fd801170b580c69" providerId="LiveId" clId="{092BB953-3548-41E1-B471-41FAE4848E78}" dt="2023-04-13T06:46:54.247" v="12773" actId="20577"/>
          <ac:spMkLst>
            <pc:docMk/>
            <pc:sldMk cId="4278475443" sldId="1564"/>
            <ac:spMk id="3" creationId="{09710C9B-B238-4C48-B5B2-4E1C9FA49331}"/>
          </ac:spMkLst>
        </pc:spChg>
      </pc:sldChg>
    </pc:docChg>
  </pc:docChgLst>
  <pc:docChgLst>
    <pc:chgData name="Thomas Bourgeat" userId="6fd801170b580c69" providerId="LiveId" clId="{FA7A1C6B-A112-4F7D-9E78-3154F710ACC7}"/>
    <pc:docChg chg="undo custSel addSld delSld modSld sldOrd modSection">
      <pc:chgData name="Thomas Bourgeat" userId="6fd801170b580c69" providerId="LiveId" clId="{FA7A1C6B-A112-4F7D-9E78-3154F710ACC7}" dt="2023-04-13T13:23:57.330" v="3999" actId="20577"/>
      <pc:docMkLst>
        <pc:docMk/>
      </pc:docMkLst>
      <pc:sldChg chg="modSp mod">
        <pc:chgData name="Thomas Bourgeat" userId="6fd801170b580c69" providerId="LiveId" clId="{FA7A1C6B-A112-4F7D-9E78-3154F710ACC7}" dt="2023-04-12T21:36:03.396" v="3488" actId="6549"/>
        <pc:sldMkLst>
          <pc:docMk/>
          <pc:sldMk cId="2941516965" sldId="1293"/>
        </pc:sldMkLst>
        <pc:spChg chg="mod">
          <ac:chgData name="Thomas Bourgeat" userId="6fd801170b580c69" providerId="LiveId" clId="{FA7A1C6B-A112-4F7D-9E78-3154F710ACC7}" dt="2023-04-12T21:36:03.396" v="3488" actId="6549"/>
          <ac:spMkLst>
            <pc:docMk/>
            <pc:sldMk cId="2941516965" sldId="1293"/>
            <ac:spMk id="3074" creationId="{00000000-0000-0000-0000-000000000000}"/>
          </ac:spMkLst>
        </pc:spChg>
      </pc:sldChg>
      <pc:sldChg chg="del">
        <pc:chgData name="Thomas Bourgeat" userId="6fd801170b580c69" providerId="LiveId" clId="{FA7A1C6B-A112-4F7D-9E78-3154F710ACC7}" dt="2023-04-10T16:27:29.261" v="455" actId="47"/>
        <pc:sldMkLst>
          <pc:docMk/>
          <pc:sldMk cId="2497277199" sldId="1431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2537189931" sldId="1434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2508619079" sldId="1464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3298857523" sldId="1466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4284400183" sldId="1467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3656568415" sldId="1468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993924895" sldId="1469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1336278309" sldId="1470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1511229474" sldId="1471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1963469514" sldId="1472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3134597775" sldId="1473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3624861689" sldId="1475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2500089857" sldId="1476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397376829" sldId="1478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1497339069" sldId="1480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1555776747" sldId="1481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4181592077" sldId="1482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1570787306" sldId="1483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2961995433" sldId="1484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1952090607" sldId="1485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417530259" sldId="1486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2780783554" sldId="1487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2764378114" sldId="1488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4248337985" sldId="1489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3569807068" sldId="1491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669973785" sldId="1492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1085189285" sldId="1493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2301834655" sldId="1495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883551663" sldId="1496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1742216791" sldId="1497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695082496" sldId="1498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562817953" sldId="1499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1497398834" sldId="1500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3126167990" sldId="1501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3755016507" sldId="1502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1513571773" sldId="1503"/>
        </pc:sldMkLst>
      </pc:sldChg>
      <pc:sldChg chg="del">
        <pc:chgData name="Thomas Bourgeat" userId="6fd801170b580c69" providerId="LiveId" clId="{FA7A1C6B-A112-4F7D-9E78-3154F710ACC7}" dt="2023-04-10T16:27:36.704" v="456" actId="47"/>
        <pc:sldMkLst>
          <pc:docMk/>
          <pc:sldMk cId="1430726766" sldId="1504"/>
        </pc:sldMkLst>
      </pc:sldChg>
      <pc:sldChg chg="modSp mod ord">
        <pc:chgData name="Thomas Bourgeat" userId="6fd801170b580c69" providerId="LiveId" clId="{FA7A1C6B-A112-4F7D-9E78-3154F710ACC7}" dt="2023-04-10T22:10:19.228" v="821" actId="20577"/>
        <pc:sldMkLst>
          <pc:docMk/>
          <pc:sldMk cId="2560446032" sldId="1505"/>
        </pc:sldMkLst>
        <pc:spChg chg="mod">
          <ac:chgData name="Thomas Bourgeat" userId="6fd801170b580c69" providerId="LiveId" clId="{FA7A1C6B-A112-4F7D-9E78-3154F710ACC7}" dt="2023-04-10T22:10:19.228" v="821" actId="20577"/>
          <ac:spMkLst>
            <pc:docMk/>
            <pc:sldMk cId="2560446032" sldId="1505"/>
            <ac:spMk id="2" creationId="{540C8CB3-7E18-49A8-AD20-F3FA7157CBB7}"/>
          </ac:spMkLst>
        </pc:spChg>
      </pc:sldChg>
      <pc:sldChg chg="modSp del mod">
        <pc:chgData name="Thomas Bourgeat" userId="6fd801170b580c69" providerId="LiveId" clId="{FA7A1C6B-A112-4F7D-9E78-3154F710ACC7}" dt="2023-04-12T20:47:17.823" v="3069" actId="47"/>
        <pc:sldMkLst>
          <pc:docMk/>
          <pc:sldMk cId="417257396" sldId="1506"/>
        </pc:sldMkLst>
        <pc:spChg chg="mod">
          <ac:chgData name="Thomas Bourgeat" userId="6fd801170b580c69" providerId="LiveId" clId="{FA7A1C6B-A112-4F7D-9E78-3154F710ACC7}" dt="2023-04-10T16:38:58.861" v="548" actId="20577"/>
          <ac:spMkLst>
            <pc:docMk/>
            <pc:sldMk cId="417257396" sldId="1506"/>
            <ac:spMk id="2" creationId="{61A74B7D-C908-4C38-AF0C-58CB1E9C12D3}"/>
          </ac:spMkLst>
        </pc:spChg>
      </pc:sldChg>
      <pc:sldChg chg="del">
        <pc:chgData name="Thomas Bourgeat" userId="6fd801170b580c69" providerId="LiveId" clId="{FA7A1C6B-A112-4F7D-9E78-3154F710ACC7}" dt="2023-04-12T20:47:24.637" v="3070" actId="47"/>
        <pc:sldMkLst>
          <pc:docMk/>
          <pc:sldMk cId="1656913646" sldId="1509"/>
        </pc:sldMkLst>
      </pc:sldChg>
      <pc:sldChg chg="modSp new mod">
        <pc:chgData name="Thomas Bourgeat" userId="6fd801170b580c69" providerId="LiveId" clId="{FA7A1C6B-A112-4F7D-9E78-3154F710ACC7}" dt="2023-04-12T21:30:26.947" v="3376" actId="5793"/>
        <pc:sldMkLst>
          <pc:docMk/>
          <pc:sldMk cId="3697743295" sldId="1510"/>
        </pc:sldMkLst>
        <pc:spChg chg="mod">
          <ac:chgData name="Thomas Bourgeat" userId="6fd801170b580c69" providerId="LiveId" clId="{FA7A1C6B-A112-4F7D-9E78-3154F710ACC7}" dt="2023-04-10T15:54:26.649" v="46" actId="20577"/>
          <ac:spMkLst>
            <pc:docMk/>
            <pc:sldMk cId="3697743295" sldId="1510"/>
            <ac:spMk id="2" creationId="{A38FB6B9-9AF9-26E1-33FD-F78FF5769C77}"/>
          </ac:spMkLst>
        </pc:spChg>
        <pc:spChg chg="mod">
          <ac:chgData name="Thomas Bourgeat" userId="6fd801170b580c69" providerId="LiveId" clId="{FA7A1C6B-A112-4F7D-9E78-3154F710ACC7}" dt="2023-04-12T21:30:26.947" v="3376" actId="5793"/>
          <ac:spMkLst>
            <pc:docMk/>
            <pc:sldMk cId="3697743295" sldId="1510"/>
            <ac:spMk id="3" creationId="{C7E8B5CE-177F-9C6C-4431-AEBF75EDDAEE}"/>
          </ac:spMkLst>
        </pc:spChg>
      </pc:sldChg>
      <pc:sldChg chg="modSp new del mod">
        <pc:chgData name="Thomas Bourgeat" userId="6fd801170b580c69" providerId="LiveId" clId="{FA7A1C6B-A112-4F7D-9E78-3154F710ACC7}" dt="2023-04-12T20:47:16.812" v="3068" actId="47"/>
        <pc:sldMkLst>
          <pc:docMk/>
          <pc:sldMk cId="1309095969" sldId="1511"/>
        </pc:sldMkLst>
        <pc:spChg chg="mod">
          <ac:chgData name="Thomas Bourgeat" userId="6fd801170b580c69" providerId="LiveId" clId="{FA7A1C6B-A112-4F7D-9E78-3154F710ACC7}" dt="2023-04-10T16:55:11.018" v="676" actId="20577"/>
          <ac:spMkLst>
            <pc:docMk/>
            <pc:sldMk cId="1309095969" sldId="1511"/>
            <ac:spMk id="2" creationId="{1DFD55A5-C1AA-F858-7A0B-18E4F5D348BF}"/>
          </ac:spMkLst>
        </pc:spChg>
        <pc:spChg chg="mod">
          <ac:chgData name="Thomas Bourgeat" userId="6fd801170b580c69" providerId="LiveId" clId="{FA7A1C6B-A112-4F7D-9E78-3154F710ACC7}" dt="2023-04-10T16:56:32.638" v="709" actId="20577"/>
          <ac:spMkLst>
            <pc:docMk/>
            <pc:sldMk cId="1309095969" sldId="1511"/>
            <ac:spMk id="3" creationId="{5D7B965C-868B-5EB8-1835-5E395A192EA5}"/>
          </ac:spMkLst>
        </pc:spChg>
      </pc:sldChg>
      <pc:sldChg chg="modSp add mod">
        <pc:chgData name="Thomas Bourgeat" userId="6fd801170b580c69" providerId="LiveId" clId="{FA7A1C6B-A112-4F7D-9E78-3154F710ACC7}" dt="2023-04-10T21:27:10.972" v="804" actId="6549"/>
        <pc:sldMkLst>
          <pc:docMk/>
          <pc:sldMk cId="7647228" sldId="1512"/>
        </pc:sldMkLst>
        <pc:spChg chg="mod">
          <ac:chgData name="Thomas Bourgeat" userId="6fd801170b580c69" providerId="LiveId" clId="{FA7A1C6B-A112-4F7D-9E78-3154F710ACC7}" dt="2023-04-10T21:27:10.972" v="804" actId="6549"/>
          <ac:spMkLst>
            <pc:docMk/>
            <pc:sldMk cId="7647228" sldId="1512"/>
            <ac:spMk id="2" creationId="{540C8CB3-7E18-49A8-AD20-F3FA7157CBB7}"/>
          </ac:spMkLst>
        </pc:spChg>
      </pc:sldChg>
      <pc:sldChg chg="modSp new del mod">
        <pc:chgData name="Thomas Bourgeat" userId="6fd801170b580c69" providerId="LiveId" clId="{FA7A1C6B-A112-4F7D-9E78-3154F710ACC7}" dt="2023-04-10T21:27:03.881" v="801" actId="47"/>
        <pc:sldMkLst>
          <pc:docMk/>
          <pc:sldMk cId="3632324520" sldId="1512"/>
        </pc:sldMkLst>
        <pc:spChg chg="mod">
          <ac:chgData name="Thomas Bourgeat" userId="6fd801170b580c69" providerId="LiveId" clId="{FA7A1C6B-A112-4F7D-9E78-3154F710ACC7}" dt="2023-04-10T21:27:00.583" v="798" actId="20577"/>
          <ac:spMkLst>
            <pc:docMk/>
            <pc:sldMk cId="3632324520" sldId="1512"/>
            <ac:spMk id="2" creationId="{52C16D3E-CAC4-B5CB-7C2B-11425792EBC1}"/>
          </ac:spMkLst>
        </pc:spChg>
        <pc:spChg chg="mod">
          <ac:chgData name="Thomas Bourgeat" userId="6fd801170b580c69" providerId="LiveId" clId="{FA7A1C6B-A112-4F7D-9E78-3154F710ACC7}" dt="2023-04-10T21:25:47.908" v="717" actId="20577"/>
          <ac:spMkLst>
            <pc:docMk/>
            <pc:sldMk cId="3632324520" sldId="1512"/>
            <ac:spMk id="3" creationId="{F5F1FD04-B211-2D7A-46D1-00E96E1E2D28}"/>
          </ac:spMkLst>
        </pc:spChg>
      </pc:sldChg>
      <pc:sldChg chg="add">
        <pc:chgData name="Thomas Bourgeat" userId="6fd801170b580c69" providerId="LiveId" clId="{FA7A1C6B-A112-4F7D-9E78-3154F710ACC7}" dt="2023-04-10T22:11:06.741" v="822" actId="2890"/>
        <pc:sldMkLst>
          <pc:docMk/>
          <pc:sldMk cId="1898320110" sldId="1513"/>
        </pc:sldMkLst>
      </pc:sldChg>
      <pc:sldChg chg="addSp delSp modSp new mod delAnim modAnim">
        <pc:chgData name="Thomas Bourgeat" userId="6fd801170b580c69" providerId="LiveId" clId="{FA7A1C6B-A112-4F7D-9E78-3154F710ACC7}" dt="2023-04-12T21:39:01.302" v="3521" actId="20577"/>
        <pc:sldMkLst>
          <pc:docMk/>
          <pc:sldMk cId="1267094381" sldId="1514"/>
        </pc:sldMkLst>
        <pc:spChg chg="mod">
          <ac:chgData name="Thomas Bourgeat" userId="6fd801170b580c69" providerId="LiveId" clId="{FA7A1C6B-A112-4F7D-9E78-3154F710ACC7}" dt="2023-04-11T00:17:57.801" v="1447" actId="20577"/>
          <ac:spMkLst>
            <pc:docMk/>
            <pc:sldMk cId="1267094381" sldId="1514"/>
            <ac:spMk id="2" creationId="{854D0012-8E80-588D-18C9-5DF8086CDCB7}"/>
          </ac:spMkLst>
        </pc:spChg>
        <pc:spChg chg="mod">
          <ac:chgData name="Thomas Bourgeat" userId="6fd801170b580c69" providerId="LiveId" clId="{FA7A1C6B-A112-4F7D-9E78-3154F710ACC7}" dt="2023-04-12T21:39:01.302" v="3521" actId="20577"/>
          <ac:spMkLst>
            <pc:docMk/>
            <pc:sldMk cId="1267094381" sldId="1514"/>
            <ac:spMk id="3" creationId="{A910D93C-B595-4497-107A-7D95EC26DFDB}"/>
          </ac:spMkLst>
        </pc:spChg>
        <pc:spChg chg="add del mod">
          <ac:chgData name="Thomas Bourgeat" userId="6fd801170b580c69" providerId="LiveId" clId="{FA7A1C6B-A112-4F7D-9E78-3154F710ACC7}" dt="2023-04-11T00:20:51.804" v="1550" actId="478"/>
          <ac:spMkLst>
            <pc:docMk/>
            <pc:sldMk cId="1267094381" sldId="1514"/>
            <ac:spMk id="6" creationId="{4787D8C1-945D-8533-23D4-2743AE836A2C}"/>
          </ac:spMkLst>
        </pc:spChg>
      </pc:sldChg>
      <pc:sldChg chg="addSp delSp modSp new mod modAnim">
        <pc:chgData name="Thomas Bourgeat" userId="6fd801170b580c69" providerId="LiveId" clId="{FA7A1C6B-A112-4F7D-9E78-3154F710ACC7}" dt="2023-04-11T19:41:51.049" v="2862"/>
        <pc:sldMkLst>
          <pc:docMk/>
          <pc:sldMk cId="2657668136" sldId="1515"/>
        </pc:sldMkLst>
        <pc:spChg chg="mod">
          <ac:chgData name="Thomas Bourgeat" userId="6fd801170b580c69" providerId="LiveId" clId="{FA7A1C6B-A112-4F7D-9E78-3154F710ACC7}" dt="2023-04-11T19:40:26.674" v="2741" actId="20577"/>
          <ac:spMkLst>
            <pc:docMk/>
            <pc:sldMk cId="2657668136" sldId="1515"/>
            <ac:spMk id="2" creationId="{06DC3EC2-04A4-57E3-A8A7-C213427A160D}"/>
          </ac:spMkLst>
        </pc:spChg>
        <pc:spChg chg="mod">
          <ac:chgData name="Thomas Bourgeat" userId="6fd801170b580c69" providerId="LiveId" clId="{FA7A1C6B-A112-4F7D-9E78-3154F710ACC7}" dt="2023-04-11T19:37:08.030" v="2457" actId="20577"/>
          <ac:spMkLst>
            <pc:docMk/>
            <pc:sldMk cId="2657668136" sldId="1515"/>
            <ac:spMk id="3" creationId="{94B47C33-E3CF-4081-1334-52BCF9FD8130}"/>
          </ac:spMkLst>
        </pc:spChg>
        <pc:spChg chg="add mod">
          <ac:chgData name="Thomas Bourgeat" userId="6fd801170b580c69" providerId="LiveId" clId="{FA7A1C6B-A112-4F7D-9E78-3154F710ACC7}" dt="2023-04-11T19:41:38.825" v="2860" actId="20577"/>
          <ac:spMkLst>
            <pc:docMk/>
            <pc:sldMk cId="2657668136" sldId="1515"/>
            <ac:spMk id="9" creationId="{C0FFA882-5270-64AF-936A-EE8C5AE7CA4D}"/>
          </ac:spMkLst>
        </pc:spChg>
        <pc:picChg chg="add del mod">
          <ac:chgData name="Thomas Bourgeat" userId="6fd801170b580c69" providerId="LiveId" clId="{FA7A1C6B-A112-4F7D-9E78-3154F710ACC7}" dt="2023-04-11T19:34:54.514" v="2271" actId="21"/>
          <ac:picMkLst>
            <pc:docMk/>
            <pc:sldMk cId="2657668136" sldId="1515"/>
            <ac:picMk id="7" creationId="{3BF489C3-65AF-F43D-77AE-3CE37F9CE15F}"/>
          </ac:picMkLst>
        </pc:picChg>
        <pc:picChg chg="add mod">
          <ac:chgData name="Thomas Bourgeat" userId="6fd801170b580c69" providerId="LiveId" clId="{FA7A1C6B-A112-4F7D-9E78-3154F710ACC7}" dt="2023-04-11T19:35:11.723" v="2276" actId="1076"/>
          <ac:picMkLst>
            <pc:docMk/>
            <pc:sldMk cId="2657668136" sldId="1515"/>
            <ac:picMk id="8" creationId="{C67E9080-E8E2-09C9-15D7-6D59C58A0424}"/>
          </ac:picMkLst>
        </pc:picChg>
      </pc:sldChg>
      <pc:sldChg chg="modSp mod ord modAnim">
        <pc:chgData name="Thomas Bourgeat" userId="6fd801170b580c69" providerId="LiveId" clId="{FA7A1C6B-A112-4F7D-9E78-3154F710ACC7}" dt="2023-04-13T13:14:04.795" v="3640"/>
        <pc:sldMkLst>
          <pc:docMk/>
          <pc:sldMk cId="328624736" sldId="1516"/>
        </pc:sldMkLst>
        <pc:spChg chg="mod">
          <ac:chgData name="Thomas Bourgeat" userId="6fd801170b580c69" providerId="LiveId" clId="{FA7A1C6B-A112-4F7D-9E78-3154F710ACC7}" dt="2023-04-12T21:30:01.324" v="3289" actId="20577"/>
          <ac:spMkLst>
            <pc:docMk/>
            <pc:sldMk cId="328624736" sldId="1516"/>
            <ac:spMk id="2" creationId="{ADB8DFF1-1BC3-44D4-9505-5843FFE978BE}"/>
          </ac:spMkLst>
        </pc:spChg>
        <pc:spChg chg="mod">
          <ac:chgData name="Thomas Bourgeat" userId="6fd801170b580c69" providerId="LiveId" clId="{FA7A1C6B-A112-4F7D-9E78-3154F710ACC7}" dt="2023-04-13T13:13:35.169" v="3637" actId="313"/>
          <ac:spMkLst>
            <pc:docMk/>
            <pc:sldMk cId="328624736" sldId="1516"/>
            <ac:spMk id="3" creationId="{61E9A1AC-D598-412D-8D7C-4CA59C265418}"/>
          </ac:spMkLst>
        </pc:spChg>
      </pc:sldChg>
      <pc:sldChg chg="modSp mod ord">
        <pc:chgData name="Thomas Bourgeat" userId="6fd801170b580c69" providerId="LiveId" clId="{FA7A1C6B-A112-4F7D-9E78-3154F710ACC7}" dt="2023-04-12T22:25:56.091" v="3547" actId="20577"/>
        <pc:sldMkLst>
          <pc:docMk/>
          <pc:sldMk cId="3975819189" sldId="1517"/>
        </pc:sldMkLst>
        <pc:spChg chg="mod">
          <ac:chgData name="Thomas Bourgeat" userId="6fd801170b580c69" providerId="LiveId" clId="{FA7A1C6B-A112-4F7D-9E78-3154F710ACC7}" dt="2023-04-12T22:25:56.091" v="3547" actId="20577"/>
          <ac:spMkLst>
            <pc:docMk/>
            <pc:sldMk cId="3975819189" sldId="1517"/>
            <ac:spMk id="3" creationId="{6FBA9DC7-6D61-481A-84E8-A577D6F90845}"/>
          </ac:spMkLst>
        </pc:spChg>
      </pc:sldChg>
      <pc:sldChg chg="modSp mod">
        <pc:chgData name="Thomas Bourgeat" userId="6fd801170b580c69" providerId="LiveId" clId="{FA7A1C6B-A112-4F7D-9E78-3154F710ACC7}" dt="2023-04-12T20:46:58.769" v="3067" actId="20577"/>
        <pc:sldMkLst>
          <pc:docMk/>
          <pc:sldMk cId="1073447100" sldId="1518"/>
        </pc:sldMkLst>
        <pc:spChg chg="mod">
          <ac:chgData name="Thomas Bourgeat" userId="6fd801170b580c69" providerId="LiveId" clId="{FA7A1C6B-A112-4F7D-9E78-3154F710ACC7}" dt="2023-04-12T20:46:58.769" v="3067" actId="20577"/>
          <ac:spMkLst>
            <pc:docMk/>
            <pc:sldMk cId="1073447100" sldId="1518"/>
            <ac:spMk id="2" creationId="{585C60DC-2F58-44F3-A88E-2D4B11E74FC2}"/>
          </ac:spMkLst>
        </pc:spChg>
      </pc:sldChg>
      <pc:sldChg chg="new">
        <pc:chgData name="Thomas Bourgeat" userId="6fd801170b580c69" providerId="LiveId" clId="{FA7A1C6B-A112-4F7D-9E78-3154F710ACC7}" dt="2023-04-11T16:29:07.551" v="1814" actId="680"/>
        <pc:sldMkLst>
          <pc:docMk/>
          <pc:sldMk cId="1152047443" sldId="1525"/>
        </pc:sldMkLst>
      </pc:sldChg>
      <pc:sldChg chg="modSp new del mod">
        <pc:chgData name="Thomas Bourgeat" userId="6fd801170b580c69" providerId="LiveId" clId="{FA7A1C6B-A112-4F7D-9E78-3154F710ACC7}" dt="2023-04-12T16:48:32.029" v="2879" actId="47"/>
        <pc:sldMkLst>
          <pc:docMk/>
          <pc:sldMk cId="544366194" sldId="1526"/>
        </pc:sldMkLst>
        <pc:spChg chg="mod">
          <ac:chgData name="Thomas Bourgeat" userId="6fd801170b580c69" providerId="LiveId" clId="{FA7A1C6B-A112-4F7D-9E78-3154F710ACC7}" dt="2023-04-11T19:19:08.025" v="1951" actId="20577"/>
          <ac:spMkLst>
            <pc:docMk/>
            <pc:sldMk cId="544366194" sldId="1526"/>
            <ac:spMk id="2" creationId="{9037CFCD-479B-0FE1-A270-210825432559}"/>
          </ac:spMkLst>
        </pc:spChg>
      </pc:sldChg>
      <pc:sldChg chg="addSp delSp modSp new mod modClrScheme chgLayout">
        <pc:chgData name="Thomas Bourgeat" userId="6fd801170b580c69" providerId="LiveId" clId="{FA7A1C6B-A112-4F7D-9E78-3154F710ACC7}" dt="2023-04-11T19:45:22.993" v="2877"/>
        <pc:sldMkLst>
          <pc:docMk/>
          <pc:sldMk cId="390262929" sldId="1527"/>
        </pc:sldMkLst>
        <pc:spChg chg="mod ord">
          <ac:chgData name="Thomas Bourgeat" userId="6fd801170b580c69" providerId="LiveId" clId="{FA7A1C6B-A112-4F7D-9E78-3154F710ACC7}" dt="2023-04-11T19:43:48.709" v="2874" actId="20577"/>
          <ac:spMkLst>
            <pc:docMk/>
            <pc:sldMk cId="390262929" sldId="1527"/>
            <ac:spMk id="2" creationId="{5357DE6E-379D-5C25-8890-86238C4C0F1D}"/>
          </ac:spMkLst>
        </pc:spChg>
        <pc:spChg chg="del mod ord">
          <ac:chgData name="Thomas Bourgeat" userId="6fd801170b580c69" providerId="LiveId" clId="{FA7A1C6B-A112-4F7D-9E78-3154F710ACC7}" dt="2023-04-11T19:43:16.384" v="2866" actId="700"/>
          <ac:spMkLst>
            <pc:docMk/>
            <pc:sldMk cId="390262929" sldId="1527"/>
            <ac:spMk id="3" creationId="{66F7EB59-6B52-A371-948E-E478218FB43C}"/>
          </ac:spMkLst>
        </pc:spChg>
        <pc:spChg chg="mod ord">
          <ac:chgData name="Thomas Bourgeat" userId="6fd801170b580c69" providerId="LiveId" clId="{FA7A1C6B-A112-4F7D-9E78-3154F710ACC7}" dt="2023-04-11T19:43:16.384" v="2866" actId="700"/>
          <ac:spMkLst>
            <pc:docMk/>
            <pc:sldMk cId="390262929" sldId="1527"/>
            <ac:spMk id="4" creationId="{38DCD4CC-5E26-68E9-8004-0415999FE0B6}"/>
          </ac:spMkLst>
        </pc:spChg>
        <pc:spChg chg="mod ord">
          <ac:chgData name="Thomas Bourgeat" userId="6fd801170b580c69" providerId="LiveId" clId="{FA7A1C6B-A112-4F7D-9E78-3154F710ACC7}" dt="2023-04-11T19:43:16.384" v="2866" actId="700"/>
          <ac:spMkLst>
            <pc:docMk/>
            <pc:sldMk cId="390262929" sldId="1527"/>
            <ac:spMk id="5" creationId="{C9A32A54-FE51-F3A9-E0CF-3B882DE410EF}"/>
          </ac:spMkLst>
        </pc:spChg>
        <pc:spChg chg="add mod ord">
          <ac:chgData name="Thomas Bourgeat" userId="6fd801170b580c69" providerId="LiveId" clId="{FA7A1C6B-A112-4F7D-9E78-3154F710ACC7}" dt="2023-04-11T19:45:22.993" v="2877"/>
          <ac:spMkLst>
            <pc:docMk/>
            <pc:sldMk cId="390262929" sldId="1527"/>
            <ac:spMk id="6" creationId="{B947E8FA-3608-622C-70DB-EC368DD9E544}"/>
          </ac:spMkLst>
        </pc:spChg>
      </pc:sldChg>
      <pc:sldChg chg="addSp delSp modSp new mod modClrScheme chgLayout">
        <pc:chgData name="Thomas Bourgeat" userId="6fd801170b580c69" providerId="LiveId" clId="{FA7A1C6B-A112-4F7D-9E78-3154F710ACC7}" dt="2023-04-12T21:36:26.015" v="3514" actId="20577"/>
        <pc:sldMkLst>
          <pc:docMk/>
          <pc:sldMk cId="492197528" sldId="1528"/>
        </pc:sldMkLst>
        <pc:spChg chg="del mod ord">
          <ac:chgData name="Thomas Bourgeat" userId="6fd801170b580c69" providerId="LiveId" clId="{FA7A1C6B-A112-4F7D-9E78-3154F710ACC7}" dt="2023-04-12T20:50:10.626" v="3210" actId="700"/>
          <ac:spMkLst>
            <pc:docMk/>
            <pc:sldMk cId="492197528" sldId="1528"/>
            <ac:spMk id="2" creationId="{0E762C97-2E8D-7AA8-DDC9-E935C7485F5B}"/>
          </ac:spMkLst>
        </pc:spChg>
        <pc:spChg chg="del mod ord">
          <ac:chgData name="Thomas Bourgeat" userId="6fd801170b580c69" providerId="LiveId" clId="{FA7A1C6B-A112-4F7D-9E78-3154F710ACC7}" dt="2023-04-12T20:50:10.626" v="3210" actId="700"/>
          <ac:spMkLst>
            <pc:docMk/>
            <pc:sldMk cId="492197528" sldId="1528"/>
            <ac:spMk id="3" creationId="{58E882A6-4BB2-4753-0D3F-A4B5C46AB429}"/>
          </ac:spMkLst>
        </pc:spChg>
        <pc:spChg chg="mod ord">
          <ac:chgData name="Thomas Bourgeat" userId="6fd801170b580c69" providerId="LiveId" clId="{FA7A1C6B-A112-4F7D-9E78-3154F710ACC7}" dt="2023-04-12T20:50:10.626" v="3210" actId="700"/>
          <ac:spMkLst>
            <pc:docMk/>
            <pc:sldMk cId="492197528" sldId="1528"/>
            <ac:spMk id="4" creationId="{8ED8094C-830F-34B7-1F20-2B7AAF8471B4}"/>
          </ac:spMkLst>
        </pc:spChg>
        <pc:spChg chg="mod ord">
          <ac:chgData name="Thomas Bourgeat" userId="6fd801170b580c69" providerId="LiveId" clId="{FA7A1C6B-A112-4F7D-9E78-3154F710ACC7}" dt="2023-04-12T20:50:10.626" v="3210" actId="700"/>
          <ac:spMkLst>
            <pc:docMk/>
            <pc:sldMk cId="492197528" sldId="1528"/>
            <ac:spMk id="5" creationId="{D46A1836-F891-CFFA-B30A-25CCB01F1D04}"/>
          </ac:spMkLst>
        </pc:spChg>
        <pc:spChg chg="add mod ord">
          <ac:chgData name="Thomas Bourgeat" userId="6fd801170b580c69" providerId="LiveId" clId="{FA7A1C6B-A112-4F7D-9E78-3154F710ACC7}" dt="2023-04-12T20:50:14.038" v="3227" actId="20577"/>
          <ac:spMkLst>
            <pc:docMk/>
            <pc:sldMk cId="492197528" sldId="1528"/>
            <ac:spMk id="6" creationId="{DF8893DA-1515-9DE3-B560-D6D1EF8F1FA3}"/>
          </ac:spMkLst>
        </pc:spChg>
        <pc:spChg chg="add mod ord">
          <ac:chgData name="Thomas Bourgeat" userId="6fd801170b580c69" providerId="LiveId" clId="{FA7A1C6B-A112-4F7D-9E78-3154F710ACC7}" dt="2023-04-12T21:36:26.015" v="3514" actId="20577"/>
          <ac:spMkLst>
            <pc:docMk/>
            <pc:sldMk cId="492197528" sldId="1528"/>
            <ac:spMk id="7" creationId="{E30AA21D-FFB5-3F4D-404D-6980183F0A84}"/>
          </ac:spMkLst>
        </pc:spChg>
      </pc:sldChg>
      <pc:sldChg chg="new del">
        <pc:chgData name="Thomas Bourgeat" userId="6fd801170b580c69" providerId="LiveId" clId="{FA7A1C6B-A112-4F7D-9E78-3154F710ACC7}" dt="2023-04-12T20:49:57.399" v="3208" actId="47"/>
        <pc:sldMkLst>
          <pc:docMk/>
          <pc:sldMk cId="1377179284" sldId="1528"/>
        </pc:sldMkLst>
      </pc:sldChg>
      <pc:sldChg chg="modSp mod">
        <pc:chgData name="Thomas Bourgeat" userId="6fd801170b580c69" providerId="LiveId" clId="{FA7A1C6B-A112-4F7D-9E78-3154F710ACC7}" dt="2023-04-13T13:10:58.789" v="3588" actId="20577"/>
        <pc:sldMkLst>
          <pc:docMk/>
          <pc:sldMk cId="1729508134" sldId="1543"/>
        </pc:sldMkLst>
        <pc:spChg chg="mod">
          <ac:chgData name="Thomas Bourgeat" userId="6fd801170b580c69" providerId="LiveId" clId="{FA7A1C6B-A112-4F7D-9E78-3154F710ACC7}" dt="2023-04-13T13:10:58.789" v="3588" actId="20577"/>
          <ac:spMkLst>
            <pc:docMk/>
            <pc:sldMk cId="1729508134" sldId="1543"/>
            <ac:spMk id="3" creationId="{57A25522-F69E-464D-B854-75A4D09FDD2B}"/>
          </ac:spMkLst>
        </pc:spChg>
      </pc:sldChg>
      <pc:sldChg chg="ord">
        <pc:chgData name="Thomas Bourgeat" userId="6fd801170b580c69" providerId="LiveId" clId="{FA7A1C6B-A112-4F7D-9E78-3154F710ACC7}" dt="2023-04-13T13:23:19.449" v="3992"/>
        <pc:sldMkLst>
          <pc:docMk/>
          <pc:sldMk cId="3928861729" sldId="1545"/>
        </pc:sldMkLst>
      </pc:sldChg>
      <pc:sldChg chg="addSp delSp modSp mod">
        <pc:chgData name="Thomas Bourgeat" userId="6fd801170b580c69" providerId="LiveId" clId="{FA7A1C6B-A112-4F7D-9E78-3154F710ACC7}" dt="2023-04-13T13:23:03.949" v="3990" actId="478"/>
        <pc:sldMkLst>
          <pc:docMk/>
          <pc:sldMk cId="2483479743" sldId="1548"/>
        </pc:sldMkLst>
        <pc:graphicFrameChg chg="add del mod modGraphic">
          <ac:chgData name="Thomas Bourgeat" userId="6fd801170b580c69" providerId="LiveId" clId="{FA7A1C6B-A112-4F7D-9E78-3154F710ACC7}" dt="2023-04-13T13:23:03.949" v="3990" actId="478"/>
          <ac:graphicFrameMkLst>
            <pc:docMk/>
            <pc:sldMk cId="2483479743" sldId="1548"/>
            <ac:graphicFrameMk id="6" creationId="{5181DF4F-0CC4-193A-EA4E-A65B26B78E81}"/>
          </ac:graphicFrameMkLst>
        </pc:graphicFrameChg>
        <pc:graphicFrameChg chg="add del mod modGraphic">
          <ac:chgData name="Thomas Bourgeat" userId="6fd801170b580c69" providerId="LiveId" clId="{FA7A1C6B-A112-4F7D-9E78-3154F710ACC7}" dt="2023-04-13T13:23:03.949" v="3990" actId="478"/>
          <ac:graphicFrameMkLst>
            <pc:docMk/>
            <pc:sldMk cId="2483479743" sldId="1548"/>
            <ac:graphicFrameMk id="9" creationId="{0D621257-D87B-C583-DC6E-91D60968C0A3}"/>
          </ac:graphicFrameMkLst>
        </pc:graphicFrameChg>
        <pc:graphicFrameChg chg="add del mod">
          <ac:chgData name="Thomas Bourgeat" userId="6fd801170b580c69" providerId="LiveId" clId="{FA7A1C6B-A112-4F7D-9E78-3154F710ACC7}" dt="2023-04-13T13:09:41.211" v="3566" actId="478"/>
          <ac:graphicFrameMkLst>
            <pc:docMk/>
            <pc:sldMk cId="2483479743" sldId="1548"/>
            <ac:graphicFrameMk id="10" creationId="{3F2DEDEB-759A-0B30-85C3-DACCA900DCD7}"/>
          </ac:graphicFrameMkLst>
        </pc:graphicFrameChg>
        <pc:graphicFrameChg chg="add del mod">
          <ac:chgData name="Thomas Bourgeat" userId="6fd801170b580c69" providerId="LiveId" clId="{FA7A1C6B-A112-4F7D-9E78-3154F710ACC7}" dt="2023-04-13T13:23:03.949" v="3990" actId="478"/>
          <ac:graphicFrameMkLst>
            <pc:docMk/>
            <pc:sldMk cId="2483479743" sldId="1548"/>
            <ac:graphicFrameMk id="11" creationId="{A0C8CD02-7E51-C8BC-CD69-8A716DCB1B3D}"/>
          </ac:graphicFrameMkLst>
        </pc:graphicFrameChg>
        <pc:graphicFrameChg chg="add del mod modGraphic">
          <ac:chgData name="Thomas Bourgeat" userId="6fd801170b580c69" providerId="LiveId" clId="{FA7A1C6B-A112-4F7D-9E78-3154F710ACC7}" dt="2023-04-13T13:23:03.949" v="3990" actId="478"/>
          <ac:graphicFrameMkLst>
            <pc:docMk/>
            <pc:sldMk cId="2483479743" sldId="1548"/>
            <ac:graphicFrameMk id="12" creationId="{D68439B9-5137-94D2-4F03-FE21E6314708}"/>
          </ac:graphicFrameMkLst>
        </pc:graphicFrameChg>
        <pc:graphicFrameChg chg="add del mod">
          <ac:chgData name="Thomas Bourgeat" userId="6fd801170b580c69" providerId="LiveId" clId="{FA7A1C6B-A112-4F7D-9E78-3154F710ACC7}" dt="2023-04-13T13:10:33.370" v="3581" actId="478"/>
          <ac:graphicFrameMkLst>
            <pc:docMk/>
            <pc:sldMk cId="2483479743" sldId="1548"/>
            <ac:graphicFrameMk id="13" creationId="{8C7317DE-D88B-6846-182F-7DA8DBB5BDE0}"/>
          </ac:graphicFrameMkLst>
        </pc:graphicFrameChg>
      </pc:sldChg>
      <pc:sldChg chg="del">
        <pc:chgData name="Thomas Bourgeat" userId="6fd801170b580c69" providerId="LiveId" clId="{FA7A1C6B-A112-4F7D-9E78-3154F710ACC7}" dt="2023-04-13T13:23:28.460" v="3993" actId="47"/>
        <pc:sldMkLst>
          <pc:docMk/>
          <pc:sldMk cId="3212528882" sldId="1550"/>
        </pc:sldMkLst>
      </pc:sldChg>
      <pc:sldChg chg="modSp mod">
        <pc:chgData name="Thomas Bourgeat" userId="6fd801170b580c69" providerId="LiveId" clId="{FA7A1C6B-A112-4F7D-9E78-3154F710ACC7}" dt="2023-04-13T13:23:57.330" v="3999" actId="20577"/>
        <pc:sldMkLst>
          <pc:docMk/>
          <pc:sldMk cId="3633130631" sldId="1552"/>
        </pc:sldMkLst>
        <pc:spChg chg="mod">
          <ac:chgData name="Thomas Bourgeat" userId="6fd801170b580c69" providerId="LiveId" clId="{FA7A1C6B-A112-4F7D-9E78-3154F710ACC7}" dt="2023-04-13T13:23:57.330" v="3999" actId="20577"/>
          <ac:spMkLst>
            <pc:docMk/>
            <pc:sldMk cId="3633130631" sldId="1552"/>
            <ac:spMk id="3" creationId="{7D97833E-1717-4A6A-92D9-F70163EDCCBB}"/>
          </ac:spMkLst>
        </pc:spChg>
      </pc:sldChg>
      <pc:sldChg chg="addSp delSp modSp mod">
        <pc:chgData name="Thomas Bourgeat" userId="6fd801170b580c69" providerId="LiveId" clId="{FA7A1C6B-A112-4F7D-9E78-3154F710ACC7}" dt="2023-04-13T13:12:58.143" v="3615" actId="1076"/>
        <pc:sldMkLst>
          <pc:docMk/>
          <pc:sldMk cId="3069395443" sldId="1562"/>
        </pc:sldMkLst>
        <pc:spChg chg="mod">
          <ac:chgData name="Thomas Bourgeat" userId="6fd801170b580c69" providerId="LiveId" clId="{FA7A1C6B-A112-4F7D-9E78-3154F710ACC7}" dt="2023-04-13T13:12:21.235" v="3609" actId="20577"/>
          <ac:spMkLst>
            <pc:docMk/>
            <pc:sldMk cId="3069395443" sldId="1562"/>
            <ac:spMk id="2" creationId="{D0B1E676-E019-4501-B1C9-1183BD6B4364}"/>
          </ac:spMkLst>
        </pc:spChg>
        <pc:spChg chg="del mod">
          <ac:chgData name="Thomas Bourgeat" userId="6fd801170b580c69" providerId="LiveId" clId="{FA7A1C6B-A112-4F7D-9E78-3154F710ACC7}" dt="2023-04-13T13:11:59.717" v="3596" actId="478"/>
          <ac:spMkLst>
            <pc:docMk/>
            <pc:sldMk cId="3069395443" sldId="1562"/>
            <ac:spMk id="3" creationId="{08D42ED0-DDB0-421A-8164-0659E8A81D11}"/>
          </ac:spMkLst>
        </pc:spChg>
        <pc:picChg chg="add mod modCrop">
          <ac:chgData name="Thomas Bourgeat" userId="6fd801170b580c69" providerId="LiveId" clId="{FA7A1C6B-A112-4F7D-9E78-3154F710ACC7}" dt="2023-04-13T13:12:58.143" v="3615" actId="1076"/>
          <ac:picMkLst>
            <pc:docMk/>
            <pc:sldMk cId="3069395443" sldId="1562"/>
            <ac:picMk id="7" creationId="{4CD4B4B5-1BA2-CD87-5424-7782E8A6B367}"/>
          </ac:picMkLst>
        </pc:picChg>
      </pc:sldChg>
      <pc:sldChg chg="modSp new mod modAnim">
        <pc:chgData name="Thomas Bourgeat" userId="6fd801170b580c69" providerId="LiveId" clId="{FA7A1C6B-A112-4F7D-9E78-3154F710ACC7}" dt="2023-04-13T13:21:14.023" v="3989" actId="5793"/>
        <pc:sldMkLst>
          <pc:docMk/>
          <pc:sldMk cId="2557232561" sldId="1564"/>
        </pc:sldMkLst>
        <pc:spChg chg="mod">
          <ac:chgData name="Thomas Bourgeat" userId="6fd801170b580c69" providerId="LiveId" clId="{FA7A1C6B-A112-4F7D-9E78-3154F710ACC7}" dt="2023-04-13T13:17:12.065" v="3957" actId="20577"/>
          <ac:spMkLst>
            <pc:docMk/>
            <pc:sldMk cId="2557232561" sldId="1564"/>
            <ac:spMk id="2" creationId="{F1A48212-3A09-77E0-94F8-2F9A1611E88C}"/>
          </ac:spMkLst>
        </pc:spChg>
        <pc:spChg chg="mod">
          <ac:chgData name="Thomas Bourgeat" userId="6fd801170b580c69" providerId="LiveId" clId="{FA7A1C6B-A112-4F7D-9E78-3154F710ACC7}" dt="2023-04-13T13:21:14.023" v="3989" actId="5793"/>
          <ac:spMkLst>
            <pc:docMk/>
            <pc:sldMk cId="2557232561" sldId="1564"/>
            <ac:spMk id="3" creationId="{D72369C6-8A68-4E72-8C38-05ECA436AED4}"/>
          </ac:spMkLst>
        </pc:spChg>
      </pc:sldChg>
      <pc:sldChg chg="del">
        <pc:chgData name="Thomas Bourgeat" userId="6fd801170b580c69" providerId="LiveId" clId="{FA7A1C6B-A112-4F7D-9E78-3154F710ACC7}" dt="2023-04-13T13:09:07.903" v="3548" actId="47"/>
        <pc:sldMkLst>
          <pc:docMk/>
          <pc:sldMk cId="4278475443" sldId="15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t" anchorCtr="0" compatLnSpc="1">
            <a:prstTxWarp prst="textNoShape">
              <a:avLst/>
            </a:prstTxWarp>
          </a:bodyPr>
          <a:lstStyle>
            <a:lvl1pPr defTabSz="930219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2258" y="1"/>
            <a:ext cx="3038144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t" anchorCtr="0" compatLnSpc="1">
            <a:prstTxWarp prst="textNoShape">
              <a:avLst/>
            </a:prstTxWarp>
          </a:bodyPr>
          <a:lstStyle>
            <a:lvl1pPr algn="r" defTabSz="930219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60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658"/>
            <a:ext cx="3038145" cy="465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b" anchorCtr="0" compatLnSpc="1">
            <a:prstTxWarp prst="textNoShape">
              <a:avLst/>
            </a:prstTxWarp>
          </a:bodyPr>
          <a:lstStyle>
            <a:lvl1pPr defTabSz="930219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60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2258" y="8830658"/>
            <a:ext cx="3038144" cy="465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b" anchorCtr="0" compatLnSpc="1">
            <a:prstTxWarp prst="textNoShape">
              <a:avLst/>
            </a:prstTxWarp>
          </a:bodyPr>
          <a:lstStyle>
            <a:lvl1pPr algn="r" defTabSz="930219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fld id="{D06BDAD0-7E88-4F24-996F-A4239B1670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32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82" name="Rectangle 14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t" anchorCtr="0" compatLnSpc="1">
            <a:prstTxWarp prst="textNoShape">
              <a:avLst/>
            </a:prstTxWarp>
          </a:bodyPr>
          <a:lstStyle>
            <a:lvl1pPr defTabSz="930219" ea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15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5584" name="Rectangle 1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112" y="4416099"/>
            <a:ext cx="5142177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5585" name="Rectangle 17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258" y="1"/>
            <a:ext cx="3038144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t" anchorCtr="0" compatLnSpc="1">
            <a:prstTxWarp prst="textNoShape">
              <a:avLst/>
            </a:prstTxWarp>
          </a:bodyPr>
          <a:lstStyle>
            <a:lvl1pPr algn="r" defTabSz="930219" ea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5586" name="Rectangle 1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30658"/>
            <a:ext cx="3038145" cy="465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b" anchorCtr="0" compatLnSpc="1">
            <a:prstTxWarp prst="textNoShape">
              <a:avLst/>
            </a:prstTxWarp>
          </a:bodyPr>
          <a:lstStyle>
            <a:lvl1pPr defTabSz="930219" ea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5587" name="Rectangle 1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258" y="8830658"/>
            <a:ext cx="3038144" cy="465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27" tIns="46560" rIns="93127" bIns="46560" numCol="1" anchor="b" anchorCtr="0" compatLnSpc="1">
            <a:prstTxWarp prst="textNoShape">
              <a:avLst/>
            </a:prstTxWarp>
          </a:bodyPr>
          <a:lstStyle>
            <a:lvl1pPr algn="r" defTabSz="930219" eaLnBrk="0" hangingPunct="0">
              <a:lnSpc>
                <a:spcPct val="100000"/>
              </a:lnSpc>
              <a:spcBef>
                <a:spcPct val="20000"/>
              </a:spcBef>
              <a:buClrTx/>
              <a:buSzTx/>
              <a:buFontTx/>
              <a:buNone/>
              <a:defRPr sz="1300">
                <a:latin typeface="Tahoma" pitchFamily="34" charset="0"/>
              </a:defRPr>
            </a:lvl1pPr>
          </a:lstStyle>
          <a:p>
            <a:pPr>
              <a:defRPr/>
            </a:pPr>
            <a:fld id="{89D0B5DD-E471-468E-BF81-0C492E66EA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969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9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B0DD2B-47E4-4465-BCE9-3DB57373C462}" type="slidenum">
              <a:rPr lang="en-US" smtClean="0">
                <a:latin typeface="Tahoma" pitchFamily="-96" charset="0"/>
              </a:rPr>
              <a:pPr/>
              <a:t>1</a:t>
            </a:fld>
            <a:endParaRPr lang="en-US">
              <a:latin typeface="Tahoma" pitchFamily="-96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-96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4763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+mn-lt"/>
                  </a:endParaRPr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+mn-lt"/>
                </a:endParaRPr>
              </a:p>
            </p:txBody>
          </p:sp>
        </p:grpSp>
      </p:grpSp>
      <p:sp>
        <p:nvSpPr>
          <p:cNvPr id="4137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37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>
          <a:xfrm>
            <a:off x="4763" y="6400800"/>
            <a:ext cx="1905000" cy="457200"/>
          </a:xfrm>
        </p:spPr>
        <p:txBody>
          <a:bodyPr/>
          <a:lstStyle>
            <a:lvl1pPr>
              <a:defRPr sz="1200" smtClean="0">
                <a:latin typeface="+mn-lt"/>
              </a:defRPr>
            </a:lvl1pPr>
          </a:lstStyle>
          <a:p>
            <a:pPr>
              <a:defRPr/>
            </a:pPr>
            <a:fld id="{01E5F650-371A-4252-87A7-257BC8148C61}" type="datetime1">
              <a:rPr lang="en-US" smtClean="0"/>
              <a:t>4/1/2024</a:t>
            </a:fld>
            <a:endParaRPr lang="en-US"/>
          </a:p>
        </p:txBody>
      </p:sp>
      <p:sp>
        <p:nvSpPr>
          <p:cNvPr id="70" name="Rectangle 71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L14-6.1920-</a:t>
            </a:r>
            <a:fld id="{E106E5FE-2B70-4D48-BE0C-1D2745C5F17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8454D3-97D9-4439-9846-78FFC46CB788}" type="datetime1">
              <a:rPr lang="en-US" smtClean="0"/>
              <a:t>4/1/2024</a:t>
            </a:fld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 userDrawn="1"/>
        </p:nvGrpSpPr>
        <p:grpSpPr bwMode="auto">
          <a:xfrm>
            <a:off x="-10633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126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6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4127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  <p:sp>
              <p:nvSpPr>
                <p:cNvPr id="4127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buFont typeface="Wingdings" pitchFamily="2" charset="2"/>
                    <a:buChar char="•"/>
                    <a:defRPr/>
                  </a:pPr>
                  <a:endParaRPr lang="en-US">
                    <a:latin typeface="Verdana" pitchFamily="34" charset="0"/>
                  </a:endParaRPr>
                </a:p>
              </p:txBody>
            </p:sp>
          </p:grpSp>
        </p:grpSp>
        <p:sp>
          <p:nvSpPr>
            <p:cNvPr id="4127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Wingdings" pitchFamily="2" charset="2"/>
                <a:buChar char="•"/>
                <a:defRPr/>
              </a:pPr>
              <a:endParaRPr lang="en-US">
                <a:latin typeface="Verdana" pitchFamily="34" charset="0"/>
              </a:endParaRPr>
            </a:p>
          </p:txBody>
        </p:sp>
        <p:sp>
          <p:nvSpPr>
            <p:cNvPr id="4127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buFont typeface="Wingdings" pitchFamily="2" charset="2"/>
                <a:buChar char="•"/>
                <a:defRPr/>
              </a:pPr>
              <a:endParaRPr lang="en-US">
                <a:latin typeface="Verdana" pitchFamily="34" charset="0"/>
              </a:endParaRPr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4127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Verdana" pitchFamily="34" charset="0"/>
                </a:endParaRPr>
              </a:p>
            </p:txBody>
          </p:sp>
          <p:sp>
            <p:nvSpPr>
              <p:cNvPr id="4127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Verdana" pitchFamily="34" charset="0"/>
                </a:endParaRPr>
              </a:p>
            </p:txBody>
          </p:sp>
          <p:sp>
            <p:nvSpPr>
              <p:cNvPr id="4127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buFont typeface="Wingdings" pitchFamily="2" charset="2"/>
                  <a:buChar char="•"/>
                  <a:defRPr/>
                </a:pPr>
                <a:endParaRPr lang="en-US">
                  <a:latin typeface="Verdana" pitchFamily="34" charset="0"/>
                </a:endParaRPr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27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 smtClean="0">
                <a:latin typeface="+mn-lt"/>
              </a:defRPr>
            </a:lvl1pPr>
          </a:lstStyle>
          <a:p>
            <a:pPr>
              <a:defRPr/>
            </a:pPr>
            <a:fld id="{8C6E5583-ADFE-4ECF-9F85-6F44BCB8857D}" type="datetime1">
              <a:rPr lang="en-US" smtClean="0"/>
              <a:t>4/1/2024</a:t>
            </a:fld>
            <a:endParaRPr lang="en-US"/>
          </a:p>
        </p:txBody>
      </p:sp>
      <p:sp>
        <p:nvSpPr>
          <p:cNvPr id="4127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L14-6.1920-</a:t>
            </a:r>
            <a:fld id="{B24ECE11-5C89-470A-9AF8-7FAC56BAE18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5" r:id="rId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-96" charset="2"/>
        <a:buBlip>
          <a:blip r:embed="rId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-96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-96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-96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-96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bjpeg-turbo/libjpeg-turbo/blob/main/jidctint.c" TargetMode="External"/><Relationship Id="rId2" Type="http://schemas.openxmlformats.org/officeDocument/2006/relationships/hyperlink" Target="https://github.com/google/knusperli/blob/master/idct.cc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hyperlink" Target="https://svgsilh.com/3f51b5/tag/stickman-7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hyperlink" Target="https://svgsilh.com/9c27b0/image/25580.html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hyperlink" Target="https://svgsilh.com/3f51b5/tag/stickman-7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hyperlink" Target="https://svgsilh.com/9c27b0/image/25580.html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riscv.org/technical/specifications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809625" y="1470025"/>
            <a:ext cx="7943849" cy="4651375"/>
          </a:xfrm>
        </p:spPr>
        <p:txBody>
          <a:bodyPr/>
          <a:lstStyle/>
          <a:p>
            <a:pPr lvl="0" eaLnBrk="1" hangingPunct="1">
              <a:lnSpc>
                <a:spcPct val="80000"/>
              </a:lnSpc>
              <a:buClr>
                <a:srgbClr val="6F89F7"/>
              </a:buClr>
            </a:pPr>
            <a:r>
              <a:rPr lang="en-US" sz="2400">
                <a:solidFill>
                  <a:srgbClr val="660066"/>
                </a:solidFill>
              </a:rPr>
              <a:t>Constructive Computer Architecture</a:t>
            </a:r>
            <a:endParaRPr lang="en-US" sz="1800">
              <a:solidFill>
                <a:srgbClr val="660066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sz="4400">
                <a:solidFill>
                  <a:schemeClr val="tx2"/>
                </a:solidFill>
              </a:rPr>
              <a:t>SIMD/Vector processors</a:t>
            </a:r>
            <a:endParaRPr lang="en-US" sz="4400" dirty="0">
              <a:solidFill>
                <a:schemeClr val="tx2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57AAC-2242-4612-B440-F05BF6372D8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DBA90D-B801-462D-AFA8-BDE88B45498C}" type="datetime1">
              <a:rPr lang="en-US" smtClean="0"/>
              <a:t>4/1/2024</a:t>
            </a:fld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C8D3156-9ED3-495D-988B-35E872227675}"/>
              </a:ext>
            </a:extLst>
          </p:cNvPr>
          <p:cNvSpPr txBox="1">
            <a:spLocks/>
          </p:cNvSpPr>
          <p:nvPr/>
        </p:nvSpPr>
        <p:spPr bwMode="auto">
          <a:xfrm>
            <a:off x="852715" y="3530600"/>
            <a:ext cx="7275286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-96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-96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-96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i="1" kern="0" dirty="0">
                <a:latin typeface="Verdana" pitchFamily="34" charset="0"/>
              </a:rPr>
              <a:t>Sanjay &amp; Arvind</a:t>
            </a:r>
          </a:p>
          <a:p>
            <a:pPr>
              <a:lnSpc>
                <a:spcPct val="100000"/>
              </a:lnSpc>
            </a:pPr>
            <a:r>
              <a:rPr lang="en-US" sz="2400" kern="0" dirty="0">
                <a:latin typeface="Verdana" pitchFamily="34" charset="0"/>
              </a:rPr>
              <a:t>Electrical Engineering and Computer Science</a:t>
            </a:r>
          </a:p>
          <a:p>
            <a:pPr>
              <a:lnSpc>
                <a:spcPct val="100000"/>
              </a:lnSpc>
            </a:pPr>
            <a:r>
              <a:rPr lang="en-US" sz="2400" kern="0" dirty="0">
                <a:latin typeface="Verdana" pitchFamily="34" charset="0"/>
              </a:rPr>
              <a:t>Massachusetts Institute of Technology</a:t>
            </a:r>
          </a:p>
          <a:p>
            <a:pPr>
              <a:lnSpc>
                <a:spcPct val="100000"/>
              </a:lnSpc>
            </a:pPr>
            <a:endParaRPr lang="en-US" sz="3600" kern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2362B-5FA3-44BE-8CBF-9A4E9F306A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  <a:fld id="{E106E5FE-2B70-4D48-BE0C-1D2745C5F17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516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D0012-8E80-588D-18C9-5DF8086CD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1990s: Multimedia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0D93C-B595-4497-107A-7D95EC26D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70264"/>
            <a:ext cx="8885464" cy="4114800"/>
          </a:xfrm>
        </p:spPr>
        <p:txBody>
          <a:bodyPr/>
          <a:lstStyle/>
          <a:p>
            <a:r>
              <a:rPr lang="en-US" dirty="0"/>
              <a:t>Audio uncompressed:</a:t>
            </a:r>
          </a:p>
          <a:p>
            <a:pPr lvl="1"/>
            <a:r>
              <a:rPr lang="en-US" dirty="0"/>
              <a:t>16-bit values sampled at 44100 Hz</a:t>
            </a:r>
          </a:p>
          <a:p>
            <a:pPr lvl="1"/>
            <a:r>
              <a:rPr lang="en-US" dirty="0"/>
              <a:t>~10MB per minute (stereo)</a:t>
            </a:r>
          </a:p>
          <a:p>
            <a:pPr lvl="1"/>
            <a:r>
              <a:rPr lang="en-US" dirty="0"/>
              <a:t>(CD-DA: 74 minutes)</a:t>
            </a:r>
          </a:p>
          <a:p>
            <a:r>
              <a:rPr lang="en-US" dirty="0"/>
              <a:t>Video uncompressed:</a:t>
            </a:r>
          </a:p>
          <a:p>
            <a:pPr lvl="1"/>
            <a:r>
              <a:rPr lang="en-US" dirty="0"/>
              <a:t>3*8-bit, 480p @ 30 fps ~ 221 Mbit/s.</a:t>
            </a:r>
          </a:p>
          <a:p>
            <a:pPr lvl="1"/>
            <a:r>
              <a:rPr lang="en-US" dirty="0"/>
              <a:t>The Lion King ~ </a:t>
            </a:r>
            <a:r>
              <a:rPr lang="en-US" b="1" dirty="0"/>
              <a:t>144GBytes</a:t>
            </a:r>
          </a:p>
          <a:p>
            <a:r>
              <a:rPr lang="en-US" dirty="0"/>
              <a:t>Hard drives in 97/98: ~5GB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A1E1D-58D0-C344-A736-BCA863F1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192F56-0095-453F-B4AD-03DC2F7CE3B5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B73534-C47B-4E7E-A694-CE5E0C63FE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94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C3EC2-04A4-57E3-A8A7-C213427A1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Multimedia in computers: </a:t>
            </a:r>
            <a:r>
              <a:rPr lang="en-US" i="1"/>
              <a:t>compression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47C33-E3CF-4081-1334-52BCF9FD8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7919224" cy="41148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Using MPEG-2 compression:</a:t>
            </a:r>
          </a:p>
          <a:p>
            <a:pPr marL="0" indent="0">
              <a:buNone/>
            </a:pPr>
            <a:r>
              <a:rPr lang="en-US" sz="2800" dirty="0"/>
              <a:t>	The Lion King - ~650MB</a:t>
            </a:r>
          </a:p>
          <a:p>
            <a:pPr marL="0" indent="0">
              <a:buNone/>
            </a:pPr>
            <a:r>
              <a:rPr lang="en-US" sz="2800" dirty="0"/>
              <a:t>Typical image compression scheme:</a:t>
            </a:r>
          </a:p>
          <a:p>
            <a:pPr marL="514350" indent="-514350">
              <a:buAutoNum type="arabicPeriod"/>
            </a:pPr>
            <a:r>
              <a:rPr lang="en-US" sz="2800" dirty="0"/>
              <a:t>Tile the images in blocks of 8x8</a:t>
            </a:r>
          </a:p>
          <a:p>
            <a:pPr marL="514350" indent="-514350">
              <a:buAutoNum type="arabicPeriod"/>
            </a:pPr>
            <a:r>
              <a:rPr lang="en-US" sz="2800" dirty="0"/>
              <a:t>For each tile:</a:t>
            </a:r>
          </a:p>
          <a:p>
            <a:pPr marL="914400" lvl="1" indent="-514350">
              <a:buAutoNum type="arabicPeriod"/>
            </a:pPr>
            <a:r>
              <a:rPr lang="en-US" sz="2400" dirty="0"/>
              <a:t>Go to frequency domain (DCT)</a:t>
            </a:r>
          </a:p>
          <a:p>
            <a:pPr marL="914400" lvl="1" indent="-514350">
              <a:buAutoNum type="arabicPeriod"/>
            </a:pPr>
            <a:r>
              <a:rPr lang="en-US" sz="2400" dirty="0"/>
              <a:t>Quantize in the frequency domain</a:t>
            </a:r>
          </a:p>
          <a:p>
            <a:pPr marL="800100" lvl="2" indent="0">
              <a:buNone/>
            </a:pPr>
            <a:r>
              <a:rPr lang="en-US" sz="2000" dirty="0"/>
              <a:t> (more quantization for higher frequency)</a:t>
            </a:r>
          </a:p>
          <a:p>
            <a:pPr marL="914400" lvl="1" indent="-514350">
              <a:buAutoNum type="arabicPeriod"/>
            </a:pPr>
            <a:r>
              <a:rPr lang="en-US" sz="2400" dirty="0"/>
              <a:t>Huffman the result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5F570-D883-8ACD-6CC8-0740005E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394F67-0DDD-4602-B989-51FB7981BB28}" type="datetime1">
              <a:rPr lang="en-US" smtClean="0"/>
              <a:t>4/1/2024</a:t>
            </a:fld>
            <a:endParaRPr lang="en-US"/>
          </a:p>
        </p:txBody>
      </p:sp>
      <p:pic>
        <p:nvPicPr>
          <p:cNvPr id="8" name="Picture 7" descr="A picture containing building, window&#10;&#10;Description automatically generated">
            <a:extLst>
              <a:ext uri="{FF2B5EF4-FFF2-40B4-BE49-F238E27FC236}">
                <a16:creationId xmlns:a16="http://schemas.microsoft.com/office/drawing/2014/main" id="{C67E9080-E8E2-09C9-15D7-6D59C58A0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640" y="685800"/>
            <a:ext cx="1905000" cy="190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FFA882-5270-64AF-936A-EE8C5AE7CA4D}"/>
              </a:ext>
            </a:extLst>
          </p:cNvPr>
          <p:cNvSpPr txBox="1"/>
          <p:nvPr/>
        </p:nvSpPr>
        <p:spPr>
          <a:xfrm>
            <a:off x="1371915" y="5628382"/>
            <a:ext cx="606191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en-US" dirty="0"/>
              <a:t>Decompression: </a:t>
            </a:r>
          </a:p>
          <a:p>
            <a:pPr algn="ctr">
              <a:buNone/>
            </a:pPr>
            <a:r>
              <a:rPr lang="en-US" dirty="0"/>
              <a:t>Inverse DCT, go back from frequency domain</a:t>
            </a:r>
          </a:p>
          <a:p>
            <a:pPr algn="ctr">
              <a:buNone/>
            </a:pPr>
            <a:r>
              <a:rPr lang="en-US" dirty="0"/>
              <a:t> to original domain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CE4FAA-4C90-4FD3-9766-1D46B96B06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026" y="2982090"/>
            <a:ext cx="1999740" cy="199974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A90398C-F2B5-4374-B107-0714AC780F20}"/>
              </a:ext>
            </a:extLst>
          </p:cNvPr>
          <p:cNvSpPr/>
          <p:nvPr/>
        </p:nvSpPr>
        <p:spPr bwMode="auto">
          <a:xfrm>
            <a:off x="7019805" y="4320155"/>
            <a:ext cx="110608" cy="11790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A031C62-CD76-4BE3-A79D-90582F2BA4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66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FFF9-A76B-4D13-B3DE-8A11FB15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few encoding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1044B-E16A-4E81-BE64-21852EA53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Discrete Fourier Transform</a:t>
            </a:r>
          </a:p>
          <a:p>
            <a:pPr lvl="1"/>
            <a:r>
              <a:rPr lang="en-US" sz="1800" dirty="0"/>
              <a:t>Fast Fourier Transform</a:t>
            </a:r>
          </a:p>
          <a:p>
            <a:r>
              <a:rPr lang="en-US" sz="2000" dirty="0"/>
              <a:t>Discrete Cosine Transform</a:t>
            </a:r>
          </a:p>
          <a:p>
            <a:pPr lvl="1"/>
            <a:r>
              <a:rPr lang="en-US" sz="1800" dirty="0"/>
              <a:t>Commonly used in MPEG, JPEG, </a:t>
            </a:r>
            <a:r>
              <a:rPr lang="en-US" sz="1800" dirty="0" err="1"/>
              <a:t>etc</a:t>
            </a:r>
            <a:endParaRPr lang="en-US" sz="1800" dirty="0"/>
          </a:p>
          <a:p>
            <a:r>
              <a:rPr lang="en-US" sz="2000" dirty="0"/>
              <a:t>General idea is to move to frequency domain to compress, and invert back to </a:t>
            </a:r>
            <a:r>
              <a:rPr lang="en-US" sz="2000" dirty="0" err="1"/>
              <a:t>x,y</a:t>
            </a:r>
            <a:r>
              <a:rPr lang="en-US" sz="2000" dirty="0"/>
              <a:t> domain to view</a:t>
            </a:r>
          </a:p>
          <a:p>
            <a:r>
              <a:rPr lang="en-US" sz="2000" dirty="0"/>
              <a:t>Take 6.003 for an in depth analysis on these algorithms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F29EA-60EC-4FC5-8991-15760934F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C528A5-94C1-4C33-B3FE-78702BFF7753}" type="datetime1">
              <a:rPr lang="en-US" smtClean="0"/>
              <a:t>4/1/2024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ED8516-ED47-44F2-B6B9-832B73931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756" y="4467862"/>
            <a:ext cx="4505093" cy="230534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16A114-C717-44F7-86F1-3AF5AF4582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010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7DE6E-379D-5C25-8890-86238C4C0F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A case study: </a:t>
            </a:r>
            <a:r>
              <a:rPr lang="en-US" sz="4000" dirty="0" err="1"/>
              <a:t>iDCT</a:t>
            </a:r>
            <a:r>
              <a:rPr lang="en-US" sz="4000" dirty="0"/>
              <a:t> (inverse discrete cosine transform):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947E8FA-3608-622C-70DB-EC368DD9E5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taking a look at the code</a:t>
            </a:r>
            <a:endParaRPr lang="en-US" dirty="0">
              <a:hlinkClick r:id="rId2"/>
            </a:endParaRPr>
          </a:p>
          <a:p>
            <a:r>
              <a:rPr lang="en-US" sz="2000" dirty="0">
                <a:hlinkClick r:id="rId2"/>
              </a:rPr>
              <a:t>knusperli/idct.cc at master · google/</a:t>
            </a:r>
            <a:r>
              <a:rPr lang="en-US" sz="2000" dirty="0" err="1">
                <a:hlinkClick r:id="rId2"/>
              </a:rPr>
              <a:t>knusperli</a:t>
            </a:r>
            <a:r>
              <a:rPr lang="en-US" sz="2000" dirty="0">
                <a:hlinkClick r:id="rId2"/>
              </a:rPr>
              <a:t> (github.com)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>
                <a:hlinkClick r:id="rId3"/>
              </a:rPr>
              <a:t>libjpeg</a:t>
            </a:r>
            <a:r>
              <a:rPr lang="en-US" sz="2000" dirty="0">
                <a:hlinkClick r:id="rId3"/>
              </a:rPr>
              <a:t>-turbo/</a:t>
            </a:r>
            <a:r>
              <a:rPr lang="en-US" sz="2000" dirty="0" err="1">
                <a:hlinkClick r:id="rId3"/>
              </a:rPr>
              <a:t>jidctint.c</a:t>
            </a:r>
            <a:r>
              <a:rPr lang="en-US" sz="2000" dirty="0">
                <a:hlinkClick r:id="rId3"/>
              </a:rPr>
              <a:t> at main · </a:t>
            </a:r>
            <a:r>
              <a:rPr lang="en-US" sz="2000" dirty="0" err="1">
                <a:hlinkClick r:id="rId3"/>
              </a:rPr>
              <a:t>libjpeg</a:t>
            </a:r>
            <a:r>
              <a:rPr lang="en-US" sz="2000" dirty="0">
                <a:hlinkClick r:id="rId3"/>
              </a:rPr>
              <a:t>-turbo/</a:t>
            </a:r>
            <a:r>
              <a:rPr lang="en-US" sz="2000" dirty="0" err="1">
                <a:hlinkClick r:id="rId3"/>
              </a:rPr>
              <a:t>libjpeg</a:t>
            </a:r>
            <a:r>
              <a:rPr lang="en-US" sz="2000" dirty="0">
                <a:hlinkClick r:id="rId3"/>
              </a:rPr>
              <a:t>-turbo (github.com)</a:t>
            </a: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CD4CC-5E26-68E9-8004-0415999FE0B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2983BF6-0FFA-44CD-A508-F7B25951A06B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D64A17-3CAB-4990-B137-2966C225C9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  <a:fld id="{E106E5FE-2B70-4D48-BE0C-1D2745C5F17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62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D15F-096D-4C08-8546-66EB5B3A6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samples from the code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05E87-289F-4780-B95C-75CAA92E1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667450-0D6C-4011-B533-C41852EA3AF9}" type="datetime1">
              <a:rPr lang="en-US" smtClean="0"/>
              <a:t>4/1/2024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53ACEF-2358-44B3-A014-9E4178D7C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60" y="2295210"/>
            <a:ext cx="4616411" cy="3482979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1FEBC00-C5C1-47A4-8F5B-54FB761E59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79506" y="1663389"/>
            <a:ext cx="4901338" cy="4114800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21F7B-A38E-40CF-B45B-C20C32C75A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888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8DFF1-1BC3-44D4-9505-5843FFE97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9A1AC-D598-412D-8D7C-4CA59C265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Almost branch-free program</a:t>
            </a:r>
          </a:p>
          <a:p>
            <a:pPr lvl="1"/>
            <a:r>
              <a:rPr lang="en-US" b="1" dirty="0"/>
              <a:t>Straight-line code</a:t>
            </a:r>
          </a:p>
          <a:p>
            <a:r>
              <a:rPr lang="en-US" dirty="0"/>
              <a:t>Applied to all the tiles</a:t>
            </a:r>
          </a:p>
          <a:p>
            <a:r>
              <a:rPr lang="en-US" dirty="0"/>
              <a:t>The only branches are for static loop (could be unrolled)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8A9A-AFFF-4B52-8A33-DECCD693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F2D20D-B335-461A-9135-AFD18B152249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12CD00-672A-49A0-9857-69298AAD3B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2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B6B9-9AF9-26E1-33FD-F78FF576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the previous episodes</a:t>
            </a:r>
            <a:br>
              <a:rPr lang="en-US"/>
            </a:br>
            <a:r>
              <a:rPr lang="en-US"/>
              <a:t>of 6.1920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8B5CE-177F-9C6C-4431-AEBF75EDD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r>
              <a:rPr lang="en-US" dirty="0">
                <a:solidFill>
                  <a:srgbClr val="40458C"/>
                </a:solidFill>
              </a:rPr>
              <a:t>Do the following techniques apply well?</a:t>
            </a:r>
          </a:p>
          <a:p>
            <a:pPr lvl="1"/>
            <a:r>
              <a:rPr lang="en-US" dirty="0">
                <a:solidFill>
                  <a:srgbClr val="40458C"/>
                </a:solidFill>
              </a:rPr>
              <a:t>Multicore </a:t>
            </a:r>
          </a:p>
          <a:p>
            <a:pPr lvl="2"/>
            <a:r>
              <a:rPr lang="en-US" dirty="0">
                <a:solidFill>
                  <a:srgbClr val="40458C"/>
                </a:solidFill>
              </a:rPr>
              <a:t>what would be the threads?</a:t>
            </a:r>
          </a:p>
          <a:p>
            <a:pPr lvl="1"/>
            <a:r>
              <a:rPr lang="en-US" dirty="0">
                <a:solidFill>
                  <a:srgbClr val="40458C"/>
                </a:solidFill>
              </a:rPr>
              <a:t>Superscalar</a:t>
            </a:r>
          </a:p>
          <a:p>
            <a:pPr lvl="1"/>
            <a:r>
              <a:rPr lang="en-US" dirty="0">
                <a:solidFill>
                  <a:srgbClr val="40458C"/>
                </a:solidFill>
              </a:rPr>
              <a:t>Multithreading</a:t>
            </a:r>
          </a:p>
          <a:p>
            <a:pPr lvl="1"/>
            <a:endParaRPr lang="en-US" dirty="0">
              <a:solidFill>
                <a:srgbClr val="40458C"/>
              </a:solidFill>
            </a:endParaRPr>
          </a:p>
          <a:p>
            <a:r>
              <a:rPr lang="en-US" u="sng" dirty="0">
                <a:solidFill>
                  <a:srgbClr val="40458C"/>
                </a:solidFill>
              </a:rPr>
              <a:t>So far different threads execute different code (a priori)</a:t>
            </a:r>
          </a:p>
          <a:p>
            <a:pPr lvl="1"/>
            <a:r>
              <a:rPr lang="en-US" u="sng" dirty="0">
                <a:solidFill>
                  <a:srgbClr val="40458C"/>
                </a:solidFill>
              </a:rPr>
              <a:t>What can we do instead?</a:t>
            </a:r>
          </a:p>
          <a:p>
            <a:pPr marL="0" indent="0">
              <a:buNone/>
            </a:pPr>
            <a:endParaRPr lang="en-US" dirty="0">
              <a:solidFill>
                <a:srgbClr val="40458C"/>
              </a:solidFill>
            </a:endParaRPr>
          </a:p>
          <a:p>
            <a:pPr marL="457200" lvl="1" indent="0">
              <a:buNone/>
            </a:pPr>
            <a:endParaRPr lang="en-US" dirty="0">
              <a:solidFill>
                <a:srgbClr val="40458C"/>
              </a:solidFill>
            </a:endParaRPr>
          </a:p>
          <a:p>
            <a:pPr lvl="1"/>
            <a:endParaRPr lang="en-US" dirty="0">
              <a:solidFill>
                <a:srgbClr val="40458C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40458C"/>
              </a:solidFill>
            </a:endParaRPr>
          </a:p>
          <a:p>
            <a:pPr lvl="1"/>
            <a:endParaRPr lang="en-US" dirty="0">
              <a:solidFill>
                <a:srgbClr val="40458C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10FFE-3B26-64A6-88B7-EB069B448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C6EA56-2592-4826-8AB6-7A565BE3D09E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66CDA47-990C-4D87-8D97-C75BE35464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743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D166D-DDC3-4244-B4EB-5894D1502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 Instruction</a:t>
            </a:r>
            <a:br>
              <a:rPr lang="en-US"/>
            </a:br>
            <a:r>
              <a:rPr lang="en-US"/>
              <a:t>Multiple Data - SIMD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A9DC7-6D61-481A-84E8-A577D6F90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idea: </a:t>
            </a:r>
          </a:p>
          <a:p>
            <a:pPr lvl="1"/>
            <a:r>
              <a:rPr lang="en-US" dirty="0"/>
              <a:t>apply </a:t>
            </a:r>
            <a:r>
              <a:rPr lang="en-US" i="1" dirty="0"/>
              <a:t>the same program</a:t>
            </a:r>
            <a:r>
              <a:rPr lang="en-US" dirty="0"/>
              <a:t> simultaneously to multiply different data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Very rich idea, but let’s start easy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3708A-B3AF-4285-9365-A3699134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9818543-E8D0-4998-BC07-CCE47CE87D3E}" type="datetime1">
              <a:rPr lang="en-US" smtClean="0"/>
              <a:t>4/1/2024</a:t>
            </a:fld>
            <a:endParaRPr lang="en-US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5238C1D-4108-4ADE-8092-AF4A386DC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637335"/>
              </p:ext>
            </p:extLst>
          </p:nvPr>
        </p:nvGraphicFramePr>
        <p:xfrm>
          <a:off x="1494553" y="3810000"/>
          <a:ext cx="2501607" cy="1627095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2501607">
                  <a:extLst>
                    <a:ext uri="{9D8B030D-6E8A-4147-A177-3AD203B41FA5}">
                      <a16:colId xmlns:a16="http://schemas.microsoft.com/office/drawing/2014/main" val="539697719"/>
                    </a:ext>
                  </a:extLst>
                </a:gridCol>
              </a:tblGrid>
              <a:tr h="325419">
                <a:tc>
                  <a:txBody>
                    <a:bodyPr/>
                    <a:lstStyle/>
                    <a:p>
                      <a:r>
                        <a:rPr lang="en-US" sz="1600" dirty="0"/>
                        <a:t>32b</a:t>
                      </a:r>
                    </a:p>
                  </a:txBody>
                  <a:tcPr marL="80240" marR="80240" marT="40120" marB="40120"/>
                </a:tc>
                <a:extLst>
                  <a:ext uri="{0D108BD9-81ED-4DB2-BD59-A6C34878D82A}">
                    <a16:rowId xmlns:a16="http://schemas.microsoft.com/office/drawing/2014/main" val="1584502746"/>
                  </a:ext>
                </a:extLst>
              </a:tr>
              <a:tr h="325419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 marL="80240" marR="80240" marT="40120" marB="40120"/>
                </a:tc>
                <a:extLst>
                  <a:ext uri="{0D108BD9-81ED-4DB2-BD59-A6C34878D82A}">
                    <a16:rowId xmlns:a16="http://schemas.microsoft.com/office/drawing/2014/main" val="2469543086"/>
                  </a:ext>
                </a:extLst>
              </a:tr>
              <a:tr h="325419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/>
                </a:tc>
                <a:extLst>
                  <a:ext uri="{0D108BD9-81ED-4DB2-BD59-A6C34878D82A}">
                    <a16:rowId xmlns:a16="http://schemas.microsoft.com/office/drawing/2014/main" val="3821882761"/>
                  </a:ext>
                </a:extLst>
              </a:tr>
              <a:tr h="325419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240" marR="80240" marT="40120" marB="40120"/>
                </a:tc>
                <a:extLst>
                  <a:ext uri="{0D108BD9-81ED-4DB2-BD59-A6C34878D82A}">
                    <a16:rowId xmlns:a16="http://schemas.microsoft.com/office/drawing/2014/main" val="2843228537"/>
                  </a:ext>
                </a:extLst>
              </a:tr>
              <a:tr h="325419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/>
                </a:tc>
                <a:extLst>
                  <a:ext uri="{0D108BD9-81ED-4DB2-BD59-A6C34878D82A}">
                    <a16:rowId xmlns:a16="http://schemas.microsoft.com/office/drawing/2014/main" val="96616529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8E2635E-AD27-4F3C-9747-E5EF06B59FFA}"/>
              </a:ext>
            </a:extLst>
          </p:cNvPr>
          <p:cNvSpPr txBox="1"/>
          <p:nvPr/>
        </p:nvSpPr>
        <p:spPr>
          <a:xfrm>
            <a:off x="1554255" y="5448763"/>
            <a:ext cx="3911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Standard registers</a:t>
            </a:r>
          </a:p>
        </p:txBody>
      </p:sp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811034ED-14A4-4603-9CAE-ED67B2635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502952"/>
              </p:ext>
            </p:extLst>
          </p:nvPr>
        </p:nvGraphicFramePr>
        <p:xfrm>
          <a:off x="5465918" y="3810000"/>
          <a:ext cx="2501608" cy="1627095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625402">
                  <a:extLst>
                    <a:ext uri="{9D8B030D-6E8A-4147-A177-3AD203B41FA5}">
                      <a16:colId xmlns:a16="http://schemas.microsoft.com/office/drawing/2014/main" val="2560097352"/>
                    </a:ext>
                  </a:extLst>
                </a:gridCol>
                <a:gridCol w="625402">
                  <a:extLst>
                    <a:ext uri="{9D8B030D-6E8A-4147-A177-3AD203B41FA5}">
                      <a16:colId xmlns:a16="http://schemas.microsoft.com/office/drawing/2014/main" val="4282596488"/>
                    </a:ext>
                  </a:extLst>
                </a:gridCol>
                <a:gridCol w="625402">
                  <a:extLst>
                    <a:ext uri="{9D8B030D-6E8A-4147-A177-3AD203B41FA5}">
                      <a16:colId xmlns:a16="http://schemas.microsoft.com/office/drawing/2014/main" val="982590538"/>
                    </a:ext>
                  </a:extLst>
                </a:gridCol>
                <a:gridCol w="625402">
                  <a:extLst>
                    <a:ext uri="{9D8B030D-6E8A-4147-A177-3AD203B41FA5}">
                      <a16:colId xmlns:a16="http://schemas.microsoft.com/office/drawing/2014/main" val="539697719"/>
                    </a:ext>
                  </a:extLst>
                </a:gridCol>
              </a:tblGrid>
              <a:tr h="325419">
                <a:tc>
                  <a:txBody>
                    <a:bodyPr/>
                    <a:lstStyle/>
                    <a:p>
                      <a:r>
                        <a:rPr lang="en-US" sz="1600" dirty="0"/>
                        <a:t>8b</a:t>
                      </a:r>
                    </a:p>
                  </a:txBody>
                  <a:tcPr marL="80240" marR="80240" marT="40120" marB="401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8b</a:t>
                      </a:r>
                    </a:p>
                  </a:txBody>
                  <a:tcPr marL="80240" marR="80240" marT="40120" marB="401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 marL="80240" marR="80240" marT="40120" marB="4012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/>
                </a:tc>
                <a:extLst>
                  <a:ext uri="{0D108BD9-81ED-4DB2-BD59-A6C34878D82A}">
                    <a16:rowId xmlns:a16="http://schemas.microsoft.com/office/drawing/2014/main" val="1584502746"/>
                  </a:ext>
                </a:extLst>
              </a:tr>
              <a:tr h="325419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/>
                </a:tc>
                <a:extLst>
                  <a:ext uri="{0D108BD9-81ED-4DB2-BD59-A6C34878D82A}">
                    <a16:rowId xmlns:a16="http://schemas.microsoft.com/office/drawing/2014/main" val="2469543086"/>
                  </a:ext>
                </a:extLst>
              </a:tr>
              <a:tr h="325419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/>
                </a:tc>
                <a:extLst>
                  <a:ext uri="{0D108BD9-81ED-4DB2-BD59-A6C34878D82A}">
                    <a16:rowId xmlns:a16="http://schemas.microsoft.com/office/drawing/2014/main" val="3821882761"/>
                  </a:ext>
                </a:extLst>
              </a:tr>
              <a:tr h="325419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240" marR="80240" marT="40120" marB="4012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240" marR="80240" marT="40120" marB="4012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240" marR="80240" marT="40120" marB="40120"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240" marR="80240" marT="40120" marB="40120"/>
                </a:tc>
                <a:extLst>
                  <a:ext uri="{0D108BD9-81ED-4DB2-BD59-A6C34878D82A}">
                    <a16:rowId xmlns:a16="http://schemas.microsoft.com/office/drawing/2014/main" val="2843228537"/>
                  </a:ext>
                </a:extLst>
              </a:tr>
              <a:tr h="325419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/>
                </a:tc>
                <a:extLst>
                  <a:ext uri="{0D108BD9-81ED-4DB2-BD59-A6C34878D82A}">
                    <a16:rowId xmlns:a16="http://schemas.microsoft.com/office/drawing/2014/main" val="96616529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AAC5169-95FA-4A00-916C-3B35CC494506}"/>
              </a:ext>
            </a:extLst>
          </p:cNvPr>
          <p:cNvSpPr txBox="1"/>
          <p:nvPr/>
        </p:nvSpPr>
        <p:spPr>
          <a:xfrm>
            <a:off x="5517217" y="5491779"/>
            <a:ext cx="3911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Vector registers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038ECCE-1A08-44AB-A047-22AFC935DD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819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5D5B-22DB-83A4-56D8-7895C24E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 – v1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2AA2E-CF42-4097-EC4F-E8BEBEBBA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4 column arrays of 16 elements (</a:t>
            </a:r>
            <a:r>
              <a:rPr lang="en-US" u="sng" dirty="0"/>
              <a:t>each 1 byte</a:t>
            </a:r>
            <a:r>
              <a:rPr lang="en-US" dirty="0"/>
              <a:t>), we want to compute the 4 sums of their elements:</a:t>
            </a:r>
          </a:p>
          <a:p>
            <a:pPr marL="0" indent="0">
              <a:buNone/>
            </a:pPr>
            <a:r>
              <a:rPr lang="en-US" dirty="0"/>
              <a:t>Sum over each element…..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For i in [0 ..3]: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For j in [0 .. 16]: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   sum[i] = sum[i] + v[j][i];</a:t>
            </a:r>
          </a:p>
          <a:p>
            <a:pPr marL="457200" lvl="1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lvl="3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35455-4012-2883-CAD9-9BDDF3B7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CD3234-A428-4919-BF8A-92291A7F9D17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D7EED6-AE88-41DD-BC33-9D36443463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047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5D5B-22DB-83A4-56D8-7895C24E9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8534400" cy="1143000"/>
          </a:xfrm>
        </p:spPr>
        <p:txBody>
          <a:bodyPr/>
          <a:lstStyle/>
          <a:p>
            <a:r>
              <a:rPr lang="en-US" dirty="0"/>
              <a:t>Simple example with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2AA2E-CF42-4097-EC4F-E8BEBEBBA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lvl="3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35455-4012-2883-CAD9-9BDDF3B7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6CADEE-BAA9-4A21-A1F7-834F4D0E618A}" type="datetime1">
              <a:rPr lang="en-US" smtClean="0"/>
              <a:t>4/1/2024</a:t>
            </a:fld>
            <a:endParaRPr lang="en-US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3752698-AF73-494B-A069-56BDED6B5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099075"/>
              </p:ext>
            </p:extLst>
          </p:nvPr>
        </p:nvGraphicFramePr>
        <p:xfrm>
          <a:off x="231494" y="2045182"/>
          <a:ext cx="8206452" cy="370840"/>
        </p:xfrm>
        <a:graphic>
          <a:graphicData uri="http://schemas.openxmlformats.org/drawingml/2006/table">
            <a:tbl>
              <a:tblPr firstCol="1" bandRow="1">
                <a:tableStyleId>{EB9631B5-78F2-41C9-869B-9F39066F8104}</a:tableStyleId>
              </a:tblPr>
              <a:tblGrid>
                <a:gridCol w="3074300">
                  <a:extLst>
                    <a:ext uri="{9D8B030D-6E8A-4147-A177-3AD203B41FA5}">
                      <a16:colId xmlns:a16="http://schemas.microsoft.com/office/drawing/2014/main" val="4127577251"/>
                    </a:ext>
                  </a:extLst>
                </a:gridCol>
                <a:gridCol w="1283038">
                  <a:extLst>
                    <a:ext uri="{9D8B030D-6E8A-4147-A177-3AD203B41FA5}">
                      <a16:colId xmlns:a16="http://schemas.microsoft.com/office/drawing/2014/main" val="3309632769"/>
                    </a:ext>
                  </a:extLst>
                </a:gridCol>
                <a:gridCol w="1283038">
                  <a:extLst>
                    <a:ext uri="{9D8B030D-6E8A-4147-A177-3AD203B41FA5}">
                      <a16:colId xmlns:a16="http://schemas.microsoft.com/office/drawing/2014/main" val="2242434841"/>
                    </a:ext>
                  </a:extLst>
                </a:gridCol>
                <a:gridCol w="1283038">
                  <a:extLst>
                    <a:ext uri="{9D8B030D-6E8A-4147-A177-3AD203B41FA5}">
                      <a16:colId xmlns:a16="http://schemas.microsoft.com/office/drawing/2014/main" val="2922379558"/>
                    </a:ext>
                  </a:extLst>
                </a:gridCol>
                <a:gridCol w="1283038">
                  <a:extLst>
                    <a:ext uri="{9D8B030D-6E8A-4147-A177-3AD203B41FA5}">
                      <a16:colId xmlns:a16="http://schemas.microsoft.com/office/drawing/2014/main" val="5980107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Vr1: “sum[*]”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0141400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0B4E94E5-5CC6-4643-BA47-78B15B275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532872"/>
              </p:ext>
            </p:extLst>
          </p:nvPr>
        </p:nvGraphicFramePr>
        <p:xfrm>
          <a:off x="231494" y="2827984"/>
          <a:ext cx="8206452" cy="370840"/>
        </p:xfrm>
        <a:graphic>
          <a:graphicData uri="http://schemas.openxmlformats.org/drawingml/2006/table">
            <a:tbl>
              <a:tblPr firstCol="1" bandRow="1">
                <a:tableStyleId>{073A0DAA-6AF3-43AB-8588-CEC1D06C72B9}</a:tableStyleId>
              </a:tblPr>
              <a:tblGrid>
                <a:gridCol w="3074300">
                  <a:extLst>
                    <a:ext uri="{9D8B030D-6E8A-4147-A177-3AD203B41FA5}">
                      <a16:colId xmlns:a16="http://schemas.microsoft.com/office/drawing/2014/main" val="4127577251"/>
                    </a:ext>
                  </a:extLst>
                </a:gridCol>
                <a:gridCol w="1283038">
                  <a:extLst>
                    <a:ext uri="{9D8B030D-6E8A-4147-A177-3AD203B41FA5}">
                      <a16:colId xmlns:a16="http://schemas.microsoft.com/office/drawing/2014/main" val="3309632769"/>
                    </a:ext>
                  </a:extLst>
                </a:gridCol>
                <a:gridCol w="1283038">
                  <a:extLst>
                    <a:ext uri="{9D8B030D-6E8A-4147-A177-3AD203B41FA5}">
                      <a16:colId xmlns:a16="http://schemas.microsoft.com/office/drawing/2014/main" val="2242434841"/>
                    </a:ext>
                  </a:extLst>
                </a:gridCol>
                <a:gridCol w="1283038">
                  <a:extLst>
                    <a:ext uri="{9D8B030D-6E8A-4147-A177-3AD203B41FA5}">
                      <a16:colId xmlns:a16="http://schemas.microsoft.com/office/drawing/2014/main" val="2922379558"/>
                    </a:ext>
                  </a:extLst>
                </a:gridCol>
                <a:gridCol w="1283038">
                  <a:extLst>
                    <a:ext uri="{9D8B030D-6E8A-4147-A177-3AD203B41FA5}">
                      <a16:colId xmlns:a16="http://schemas.microsoft.com/office/drawing/2014/main" val="5980107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Vr2: “v[*][j]”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14140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FECA317-39BB-47CF-8FF1-4FF9AF04EB00}"/>
              </a:ext>
            </a:extLst>
          </p:cNvPr>
          <p:cNvSpPr txBox="1"/>
          <p:nvPr/>
        </p:nvSpPr>
        <p:spPr>
          <a:xfrm>
            <a:off x="3854372" y="3453726"/>
            <a:ext cx="4583574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// Start with vr1 == 0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// r1 == address of v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// r3 == end of v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Onemore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</a:rPr>
              <a:t>:</a:t>
            </a:r>
          </a:p>
          <a:p>
            <a:pPr lvl="2">
              <a:buNone/>
            </a:pPr>
            <a:r>
              <a:rPr lang="en-US" dirty="0">
                <a:latin typeface="Consolas" panose="020B0609020204030204" pitchFamily="49" charset="0"/>
              </a:rPr>
              <a:t>Vector-</a:t>
            </a:r>
            <a:r>
              <a:rPr lang="en-US" dirty="0" err="1">
                <a:latin typeface="Consolas" panose="020B0609020204030204" pitchFamily="49" charset="0"/>
              </a:rPr>
              <a:t>ld</a:t>
            </a:r>
            <a:r>
              <a:rPr lang="en-US" dirty="0">
                <a:latin typeface="Consolas" panose="020B0609020204030204" pitchFamily="49" charset="0"/>
              </a:rPr>
              <a:t> vr2 0(r1)</a:t>
            </a:r>
          </a:p>
          <a:p>
            <a:pPr lvl="2">
              <a:buNone/>
            </a:pPr>
            <a:r>
              <a:rPr lang="en-US" dirty="0">
                <a:latin typeface="Consolas" panose="020B0609020204030204" pitchFamily="49" charset="0"/>
              </a:rPr>
              <a:t>Vector-add vr1 </a:t>
            </a:r>
            <a:r>
              <a:rPr lang="en-US" dirty="0" err="1">
                <a:latin typeface="Consolas" panose="020B0609020204030204" pitchFamily="49" charset="0"/>
              </a:rPr>
              <a:t>vr1</a:t>
            </a:r>
            <a:r>
              <a:rPr lang="en-US" dirty="0">
                <a:latin typeface="Consolas" panose="020B0609020204030204" pitchFamily="49" charset="0"/>
              </a:rPr>
              <a:t> vr2</a:t>
            </a:r>
          </a:p>
          <a:p>
            <a:pPr lvl="2">
              <a:buNone/>
            </a:pPr>
            <a:r>
              <a:rPr lang="en-US" dirty="0" err="1">
                <a:latin typeface="Consolas" panose="020B0609020204030204" pitchFamily="49" charset="0"/>
              </a:rPr>
              <a:t>addi</a:t>
            </a:r>
            <a:r>
              <a:rPr lang="en-US" dirty="0">
                <a:latin typeface="Consolas" panose="020B0609020204030204" pitchFamily="49" charset="0"/>
              </a:rPr>
              <a:t> r1 </a:t>
            </a:r>
            <a:r>
              <a:rPr lang="en-US" dirty="0" err="1">
                <a:latin typeface="Consolas" panose="020B0609020204030204" pitchFamily="49" charset="0"/>
              </a:rPr>
              <a:t>r1</a:t>
            </a:r>
            <a:r>
              <a:rPr lang="en-US" dirty="0">
                <a:latin typeface="Consolas" panose="020B0609020204030204" pitchFamily="49" charset="0"/>
              </a:rPr>
              <a:t> &lt;</a:t>
            </a:r>
            <a:r>
              <a:rPr lang="en-US" dirty="0" err="1">
                <a:latin typeface="Consolas" panose="020B0609020204030204" pitchFamily="49" charset="0"/>
              </a:rPr>
              <a:t>elt</a:t>
            </a:r>
            <a:r>
              <a:rPr lang="en-US" dirty="0">
                <a:latin typeface="Consolas" panose="020B0609020204030204" pitchFamily="49" charset="0"/>
              </a:rPr>
              <a:t> size&gt;</a:t>
            </a:r>
          </a:p>
          <a:p>
            <a:pPr lvl="2">
              <a:buNone/>
            </a:pPr>
            <a:r>
              <a:rPr lang="en-US" dirty="0">
                <a:latin typeface="Consolas" panose="020B0609020204030204" pitchFamily="49" charset="0"/>
              </a:rPr>
              <a:t>sub r4 r1 r3</a:t>
            </a:r>
          </a:p>
          <a:p>
            <a:pPr lvl="2">
              <a:buNone/>
            </a:pPr>
            <a:r>
              <a:rPr lang="en-US" dirty="0" err="1">
                <a:latin typeface="Consolas" panose="020B0609020204030204" pitchFamily="49" charset="0"/>
              </a:rPr>
              <a:t>bnez</a:t>
            </a:r>
            <a:r>
              <a:rPr lang="en-US" dirty="0">
                <a:latin typeface="Consolas" panose="020B0609020204030204" pitchFamily="49" charset="0"/>
              </a:rPr>
              <a:t> r4 </a:t>
            </a:r>
            <a:r>
              <a:rPr lang="en-US" dirty="0" err="1">
                <a:latin typeface="Consolas" panose="020B0609020204030204" pitchFamily="49" charset="0"/>
              </a:rPr>
              <a:t>onemore</a:t>
            </a:r>
            <a:endParaRPr lang="en-US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5288B0-F854-4AC8-B77B-81CDB917EDED}"/>
              </a:ext>
            </a:extLst>
          </p:cNvPr>
          <p:cNvSpPr txBox="1"/>
          <p:nvPr/>
        </p:nvSpPr>
        <p:spPr>
          <a:xfrm>
            <a:off x="-509285" y="4153917"/>
            <a:ext cx="50812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For i in [0 ..3]: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For j in [0 .. 16]: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2060"/>
                </a:solidFill>
                <a:latin typeface="Consolas" panose="020B0609020204030204" pitchFamily="49" charset="0"/>
              </a:rPr>
              <a:t>     sum[i] = sum[i] + v[j][i]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5D3EA-1A57-435F-AD69-554AA35AB3D7}"/>
              </a:ext>
            </a:extLst>
          </p:cNvPr>
          <p:cNvSpPr txBox="1"/>
          <p:nvPr/>
        </p:nvSpPr>
        <p:spPr>
          <a:xfrm>
            <a:off x="170985" y="5275183"/>
            <a:ext cx="40924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can we do better?</a:t>
            </a:r>
          </a:p>
          <a:p>
            <a:r>
              <a:rPr lang="en-US" dirty="0"/>
              <a:t>Can we optimize for vector operations?</a:t>
            </a:r>
          </a:p>
          <a:p>
            <a:r>
              <a:rPr lang="en-US" dirty="0"/>
              <a:t>Can we add instructions?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521B376-BA11-4F4D-9F08-1DEDB4400E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316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22E14-8012-4181-8F17-45981E65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Building our rudimentary “strawman” vector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F476-3787-43CC-B4B4-A3CE9191B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Reuse the standard register file (mix vectors and </a:t>
            </a:r>
            <a:r>
              <a:rPr lang="en-US" dirty="0" err="1"/>
              <a:t>nonvectors</a:t>
            </a:r>
            <a:r>
              <a:rPr lang="en-US" dirty="0"/>
              <a:t> registers)</a:t>
            </a:r>
          </a:p>
          <a:p>
            <a:r>
              <a:rPr lang="en-US" dirty="0"/>
              <a:t>Add new element-wise ALU instructions </a:t>
            </a:r>
          </a:p>
          <a:p>
            <a:pPr lvl="1"/>
            <a:r>
              <a:rPr lang="en-US" dirty="0"/>
              <a:t>changes in Decode/Execute</a:t>
            </a:r>
          </a:p>
          <a:p>
            <a:r>
              <a:rPr lang="en-US" dirty="0"/>
              <a:t>Done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814B1-91BF-4449-9B78-641D4C00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388905-F1D4-4525-8A00-94E9B4137AB1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D835D8B-FDBA-4D86-BF42-2DDAFAD679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42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48212-3A09-77E0-94F8-2F9A1611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trick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369C6-8A68-4E72-8C38-05ECA436A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extra-logic do I need to do:</a:t>
            </a:r>
          </a:p>
          <a:p>
            <a:pPr lvl="1"/>
            <a:r>
              <a:rPr lang="en-US" dirty="0"/>
              <a:t>Four 8-bits addition</a:t>
            </a:r>
          </a:p>
          <a:p>
            <a:pPr lvl="1"/>
            <a:r>
              <a:rPr lang="en-US" dirty="0"/>
              <a:t>Two 16-bits addition</a:t>
            </a:r>
          </a:p>
          <a:p>
            <a:pPr lvl="1"/>
            <a:endParaRPr lang="en-US" dirty="0"/>
          </a:p>
          <a:p>
            <a:r>
              <a:rPr lang="en-US" dirty="0"/>
              <a:t>What do I add? Nothing! If I used 32-bits CSA or RCA!</a:t>
            </a:r>
          </a:p>
          <a:p>
            <a:pPr lvl="1"/>
            <a:r>
              <a:rPr lang="en-US" dirty="0"/>
              <a:t>In </a:t>
            </a:r>
            <a:r>
              <a:rPr lang="en-US" dirty="0" err="1"/>
              <a:t>bluespec</a:t>
            </a:r>
            <a:r>
              <a:rPr lang="en-US" dirty="0"/>
              <a:t> we can make a 32-bit register an arbitrary sized vector using pack and unpack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3F795-CC75-D11F-5F4C-18E6954C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2B5753-A1EB-4BB1-96CF-901D785B864B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C517313-43E2-4281-BDDC-1F15320029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23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C2C22-0A02-46D4-94C5-9F935FC8A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CSA and RCA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EB4A0-D509-4320-9F39-50AA8738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3E851F-BBFE-4914-99AD-E5493BB6CCFB}" type="datetime1">
              <a:rPr lang="en-US" smtClean="0"/>
              <a:t>4/1/2024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E419D2A-A78E-43F8-8F24-D27D5BC75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5001"/>
            <a:ext cx="7772400" cy="1351156"/>
          </a:xfrm>
        </p:spPr>
        <p:txBody>
          <a:bodyPr/>
          <a:lstStyle/>
          <a:p>
            <a:r>
              <a:rPr lang="en-US" sz="2400" dirty="0"/>
              <a:t>Carry select adder and Ripple carry adder</a:t>
            </a:r>
          </a:p>
          <a:p>
            <a:r>
              <a:rPr lang="en-US" sz="2400" dirty="0"/>
              <a:t>How can we repurpose a 32bit adder to add vector components? (think about the carry)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457874-D5C7-4D71-BBC9-55DF0053A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44" y="3158347"/>
            <a:ext cx="3633439" cy="30581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E351FE-06D6-4684-999D-8195DBC8C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305093"/>
            <a:ext cx="4316623" cy="2021474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C68191E-5E32-48B8-B076-EB0F4A631C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488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6BCC3-0351-41B5-9B8B-34645DFD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MMX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80086-08B9-4F61-ADC3-17CFE707B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707" y="1521336"/>
            <a:ext cx="8305800" cy="4114800"/>
          </a:xfrm>
        </p:spPr>
        <p:txBody>
          <a:bodyPr/>
          <a:lstStyle/>
          <a:p>
            <a:r>
              <a:rPr lang="en-US" dirty="0"/>
              <a:t>Originally for 16-bits machines</a:t>
            </a:r>
          </a:p>
          <a:p>
            <a:r>
              <a:rPr lang="en-US" dirty="0"/>
              <a:t>Create a new vector register file: </a:t>
            </a:r>
          </a:p>
          <a:p>
            <a:pPr lvl="1"/>
            <a:r>
              <a:rPr lang="en-US" dirty="0"/>
              <a:t>New register file with 64 bits wide registers! </a:t>
            </a:r>
          </a:p>
          <a:p>
            <a:pPr lvl="1"/>
            <a:r>
              <a:rPr lang="en-US" dirty="0"/>
              <a:t>Add instructions to embed standard registers into vector registers</a:t>
            </a:r>
          </a:p>
          <a:p>
            <a:pPr lvl="1"/>
            <a:r>
              <a:rPr lang="en-US" dirty="0"/>
              <a:t>Each vector register can be:</a:t>
            </a:r>
          </a:p>
          <a:p>
            <a:pPr lvl="2"/>
            <a:r>
              <a:rPr lang="en-US" dirty="0"/>
              <a:t>64 = 32b * 2 or 16b * 4 or 8b*8</a:t>
            </a:r>
          </a:p>
          <a:p>
            <a:pPr lvl="2"/>
            <a:endParaRPr lang="en-US" dirty="0"/>
          </a:p>
          <a:p>
            <a:pPr marL="0" indent="0">
              <a:buNone/>
            </a:pPr>
            <a:r>
              <a:rPr lang="en-US" sz="1800" dirty="0"/>
              <a:t>https://docs.oracle.com/cd/E18752_01/html/817-5477/eojdc.html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0C4A2-6180-447F-A140-1ACE449F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969624-8EF2-4A45-A331-8C5A8557B8EA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687B646-A0A4-4C27-A2C3-17B58F7539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800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DC727-B7B1-431B-91A4-AA78C567A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“MMX” Design Overview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96832-93A2-467A-A736-250C52D7F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A1F9EB-E42A-48EF-8135-677CE62A22B0}" type="datetime1">
              <a:rPr lang="en-US" smtClean="0"/>
              <a:t>4/1/2024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03C6F8-8727-42EE-8626-A90333A7A619}"/>
              </a:ext>
            </a:extLst>
          </p:cNvPr>
          <p:cNvSpPr/>
          <p:nvPr/>
        </p:nvSpPr>
        <p:spPr bwMode="auto">
          <a:xfrm>
            <a:off x="1291058" y="3784909"/>
            <a:ext cx="1018478" cy="88094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CC23D1-423C-4EF8-992D-9B81736129D7}"/>
              </a:ext>
            </a:extLst>
          </p:cNvPr>
          <p:cNvSpPr/>
          <p:nvPr/>
        </p:nvSpPr>
        <p:spPr bwMode="auto">
          <a:xfrm>
            <a:off x="2521409" y="3784909"/>
            <a:ext cx="1018478" cy="88094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D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2539FB-FCBF-4E10-B4E9-545859FF909E}"/>
              </a:ext>
            </a:extLst>
          </p:cNvPr>
          <p:cNvSpPr/>
          <p:nvPr/>
        </p:nvSpPr>
        <p:spPr bwMode="auto">
          <a:xfrm>
            <a:off x="3852693" y="3784909"/>
            <a:ext cx="1018478" cy="88094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44F4A6-16EB-45E9-954B-3D81F9348A8B}"/>
              </a:ext>
            </a:extLst>
          </p:cNvPr>
          <p:cNvSpPr/>
          <p:nvPr/>
        </p:nvSpPr>
        <p:spPr bwMode="auto">
          <a:xfrm>
            <a:off x="5133511" y="3784909"/>
            <a:ext cx="1018478" cy="88094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43BD95-EC17-4808-8ED7-144F6C46E140}"/>
              </a:ext>
            </a:extLst>
          </p:cNvPr>
          <p:cNvSpPr/>
          <p:nvPr/>
        </p:nvSpPr>
        <p:spPr bwMode="auto">
          <a:xfrm>
            <a:off x="1304191" y="5021766"/>
            <a:ext cx="4858215" cy="669068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 err="1">
                <a:latin typeface="Verdana" pitchFamily="34" charset="0"/>
              </a:rPr>
              <a:t>Imem</a:t>
            </a:r>
            <a:r>
              <a:rPr lang="en-US" dirty="0">
                <a:latin typeface="Verdana" pitchFamily="34" charset="0"/>
              </a:rPr>
              <a:t>/</a:t>
            </a:r>
            <a:r>
              <a:rPr lang="en-US" dirty="0" err="1">
                <a:latin typeface="Verdana" pitchFamily="34" charset="0"/>
              </a:rPr>
              <a:t>Dmem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755F3F-9526-46BC-ACA8-FE6E7DED4A19}"/>
              </a:ext>
            </a:extLst>
          </p:cNvPr>
          <p:cNvSpPr/>
          <p:nvPr/>
        </p:nvSpPr>
        <p:spPr bwMode="auto">
          <a:xfrm>
            <a:off x="1528951" y="2862145"/>
            <a:ext cx="498088" cy="3902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pc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70A350-5E1D-403B-9B59-08135FB2AF67}"/>
              </a:ext>
            </a:extLst>
          </p:cNvPr>
          <p:cNvSpPr/>
          <p:nvPr/>
        </p:nvSpPr>
        <p:spPr bwMode="auto">
          <a:xfrm>
            <a:off x="1528951" y="2380320"/>
            <a:ext cx="944136" cy="3902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epoch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1CAFD1-3B4F-47A0-ABD0-179B724D9D6D}"/>
              </a:ext>
            </a:extLst>
          </p:cNvPr>
          <p:cNvSpPr/>
          <p:nvPr/>
        </p:nvSpPr>
        <p:spPr bwMode="auto">
          <a:xfrm>
            <a:off x="3414078" y="2862145"/>
            <a:ext cx="2545624" cy="3902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Register file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131CE3-4A19-4E5B-8A7A-460580ABDEE0}"/>
              </a:ext>
            </a:extLst>
          </p:cNvPr>
          <p:cNvSpPr/>
          <p:nvPr/>
        </p:nvSpPr>
        <p:spPr bwMode="auto">
          <a:xfrm>
            <a:off x="3414078" y="3323527"/>
            <a:ext cx="2545624" cy="3902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scoreboard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316595-A426-40C8-AF43-8B434265DCA3}"/>
              </a:ext>
            </a:extLst>
          </p:cNvPr>
          <p:cNvSpPr/>
          <p:nvPr/>
        </p:nvSpPr>
        <p:spPr bwMode="auto">
          <a:xfrm>
            <a:off x="3414078" y="2391240"/>
            <a:ext cx="3326208" cy="390292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Vector Register file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92F6B9-55BC-4AF3-A294-219F450F2D87}"/>
              </a:ext>
            </a:extLst>
          </p:cNvPr>
          <p:cNvSpPr/>
          <p:nvPr/>
        </p:nvSpPr>
        <p:spPr bwMode="auto">
          <a:xfrm>
            <a:off x="3414078" y="1906627"/>
            <a:ext cx="3326208" cy="390292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Vector RF Scoreboard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5EFF97C-DF8D-4E0B-9C53-DE2B76857E9B}"/>
              </a:ext>
            </a:extLst>
          </p:cNvPr>
          <p:cNvCxnSpPr/>
          <p:nvPr/>
        </p:nvCxnSpPr>
        <p:spPr bwMode="auto">
          <a:xfrm flipV="1">
            <a:off x="2936704" y="2913939"/>
            <a:ext cx="352859" cy="79988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A56068-EABD-4293-9B66-ABC916E22B8F}"/>
              </a:ext>
            </a:extLst>
          </p:cNvPr>
          <p:cNvCxnSpPr/>
          <p:nvPr/>
        </p:nvCxnSpPr>
        <p:spPr bwMode="auto">
          <a:xfrm flipH="1">
            <a:off x="6268003" y="2935790"/>
            <a:ext cx="87607" cy="1123994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10F96BB4-EEEA-44A3-BC0C-D644FC5E8F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145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EBF09-3913-4B25-B164-2F9F0480E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remark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F4B93-4952-43E4-9B76-6DC3E1976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46913"/>
            <a:ext cx="7772400" cy="4114800"/>
          </a:xfrm>
        </p:spPr>
        <p:txBody>
          <a:bodyPr/>
          <a:lstStyle/>
          <a:p>
            <a:r>
              <a:rPr lang="en-US" sz="2800" dirty="0"/>
              <a:t>How do we do K multiplications/shifts per cycle?</a:t>
            </a:r>
          </a:p>
          <a:p>
            <a:pPr lvl="1"/>
            <a:r>
              <a:rPr lang="en-US" sz="2400" dirty="0"/>
              <a:t>Put K multipliers/shifts?</a:t>
            </a:r>
          </a:p>
          <a:p>
            <a:pPr lvl="1"/>
            <a:r>
              <a:rPr lang="en-US" sz="2400" u="sng" dirty="0"/>
              <a:t>We could also time-share a fixed number of multipliers/shifts</a:t>
            </a:r>
          </a:p>
          <a:p>
            <a:r>
              <a:rPr lang="en-US" sz="2800" dirty="0"/>
              <a:t>Important decoupling idea: </a:t>
            </a:r>
          </a:p>
          <a:p>
            <a:pPr lvl="1"/>
            <a:r>
              <a:rPr lang="en-US" sz="2400" dirty="0"/>
              <a:t>The instructions describe typically element-wise computations</a:t>
            </a:r>
          </a:p>
          <a:p>
            <a:pPr lvl="1"/>
            <a:r>
              <a:rPr lang="en-US" sz="2400" dirty="0"/>
              <a:t>The implementation might run this computation across many cycles</a:t>
            </a:r>
          </a:p>
          <a:p>
            <a:pPr lvl="2"/>
            <a:r>
              <a:rPr lang="en-US" sz="2000" dirty="0"/>
              <a:t>This requires more stalling and/or pipelines </a:t>
            </a:r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25D4D-09F7-413B-A6CF-E28FAE8A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77C765-6753-4A80-AF43-32EC5D5C9C6F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893439-B39D-4D17-A8CF-4CBC955FCE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32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D8CBB-04AC-4C77-ACEA-6561889A6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80C94-32AF-4158-94B3-C73D52151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Verdana (body)"/>
              </a:rPr>
              <a:t>What if we consider adding special vector instructions to load, shift, and add</a:t>
            </a:r>
          </a:p>
          <a:p>
            <a:pPr marL="0" indent="0">
              <a:buNone/>
            </a:pPr>
            <a:endParaRPr lang="en-US" sz="2400" dirty="0">
              <a:latin typeface="Verdana (body)"/>
            </a:endParaRP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Ld</a:t>
            </a:r>
            <a:r>
              <a:rPr lang="en-US" sz="2400" dirty="0">
                <a:latin typeface="Consolas" panose="020B0609020204030204" pitchFamily="49" charset="0"/>
              </a:rPr>
              <a:t> vr1 0x1000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vshl</a:t>
            </a:r>
            <a:r>
              <a:rPr lang="en-US" sz="2400" dirty="0">
                <a:latin typeface="Consolas" panose="020B0609020204030204" pitchFamily="49" charset="0"/>
              </a:rPr>
              <a:t> vr3 vr1 3</a:t>
            </a: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vadd</a:t>
            </a:r>
            <a:r>
              <a:rPr lang="en-US" sz="2400" dirty="0">
                <a:latin typeface="Consolas" panose="020B0609020204030204" pitchFamily="49" charset="0"/>
              </a:rPr>
              <a:t> vr1 vr3 vr4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If we do the strawman: we cannot start processing </a:t>
            </a:r>
            <a:r>
              <a:rPr lang="en-US" sz="2400" dirty="0" err="1">
                <a:latin typeface="Consolas" panose="020B0609020204030204" pitchFamily="49" charset="0"/>
              </a:rPr>
              <a:t>vadd</a:t>
            </a:r>
            <a:r>
              <a:rPr lang="en-US" sz="2400" dirty="0"/>
              <a:t> until all the elements of vr1 have been shifted and written to vr3</a:t>
            </a:r>
          </a:p>
          <a:p>
            <a:pPr marL="0" indent="0">
              <a:buNone/>
            </a:pPr>
            <a:r>
              <a:rPr lang="en-US" sz="2400" dirty="0"/>
              <a:t>	How can we improve this?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070BE-5B95-4850-9801-DD1FC502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EB67CB-978B-43C4-A8A8-C926329FF207}" type="datetime1">
              <a:rPr lang="en-US" smtClean="0"/>
              <a:t>4/1/2024</a:t>
            </a:fld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B926DD-5FF0-41EF-B633-2F8F71C40BE5}"/>
              </a:ext>
            </a:extLst>
          </p:cNvPr>
          <p:cNvCxnSpPr/>
          <p:nvPr/>
        </p:nvCxnSpPr>
        <p:spPr bwMode="auto">
          <a:xfrm>
            <a:off x="1712869" y="3476399"/>
            <a:ext cx="997527" cy="26217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AA182B-0B08-43D9-8D35-CF74AAE2B10D}"/>
              </a:ext>
            </a:extLst>
          </p:cNvPr>
          <p:cNvCxnSpPr/>
          <p:nvPr/>
        </p:nvCxnSpPr>
        <p:spPr bwMode="auto">
          <a:xfrm>
            <a:off x="1905000" y="3933599"/>
            <a:ext cx="997527" cy="26217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45D1EEB-8BBB-49D1-9819-15809E932F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479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7872CBA-35D1-4767-A3BD-F06D1892F36D}"/>
              </a:ext>
            </a:extLst>
          </p:cNvPr>
          <p:cNvSpPr/>
          <p:nvPr/>
        </p:nvSpPr>
        <p:spPr bwMode="auto">
          <a:xfrm>
            <a:off x="3674272" y="2659334"/>
            <a:ext cx="3326208" cy="955518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Vector Unit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DC727-B7B1-431B-91A4-AA78C567A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96832-93A2-467A-A736-250C52D7F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186485-FF06-43CF-990D-9E6858FBC4FA}" type="datetime1">
              <a:rPr lang="en-US" smtClean="0"/>
              <a:t>4/1/2024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0D13D6-2289-44DA-AE77-13C39A8761C9}"/>
              </a:ext>
            </a:extLst>
          </p:cNvPr>
          <p:cNvSpPr/>
          <p:nvPr/>
        </p:nvSpPr>
        <p:spPr bwMode="auto">
          <a:xfrm>
            <a:off x="1551252" y="4572928"/>
            <a:ext cx="1018478" cy="88094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B75460-AD3D-4131-B309-897EF84FBB5D}"/>
              </a:ext>
            </a:extLst>
          </p:cNvPr>
          <p:cNvSpPr/>
          <p:nvPr/>
        </p:nvSpPr>
        <p:spPr bwMode="auto">
          <a:xfrm>
            <a:off x="2781603" y="4572928"/>
            <a:ext cx="1018478" cy="88094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D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9BD068-0A68-4308-B67C-76C661C0815C}"/>
              </a:ext>
            </a:extLst>
          </p:cNvPr>
          <p:cNvSpPr/>
          <p:nvPr/>
        </p:nvSpPr>
        <p:spPr bwMode="auto">
          <a:xfrm>
            <a:off x="4112887" y="4572928"/>
            <a:ext cx="1018478" cy="88094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1E00FB-2D41-4313-9E95-5D4A59353050}"/>
              </a:ext>
            </a:extLst>
          </p:cNvPr>
          <p:cNvSpPr/>
          <p:nvPr/>
        </p:nvSpPr>
        <p:spPr bwMode="auto">
          <a:xfrm>
            <a:off x="5393705" y="4572928"/>
            <a:ext cx="1018478" cy="88094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E934F9-7EAD-4A20-8FFD-E1DCCFFF3CD4}"/>
              </a:ext>
            </a:extLst>
          </p:cNvPr>
          <p:cNvSpPr/>
          <p:nvPr/>
        </p:nvSpPr>
        <p:spPr bwMode="auto">
          <a:xfrm>
            <a:off x="1564385" y="5809785"/>
            <a:ext cx="4858215" cy="669068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 err="1">
                <a:latin typeface="Verdana" pitchFamily="34" charset="0"/>
              </a:rPr>
              <a:t>Imem</a:t>
            </a:r>
            <a:r>
              <a:rPr lang="en-US" dirty="0">
                <a:latin typeface="Verdana" pitchFamily="34" charset="0"/>
              </a:rPr>
              <a:t>/</a:t>
            </a:r>
            <a:r>
              <a:rPr lang="en-US" dirty="0" err="1">
                <a:latin typeface="Verdana" pitchFamily="34" charset="0"/>
              </a:rPr>
              <a:t>Dmem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8748CD-314B-4D83-9E3E-444182818F5E}"/>
              </a:ext>
            </a:extLst>
          </p:cNvPr>
          <p:cNvSpPr/>
          <p:nvPr/>
        </p:nvSpPr>
        <p:spPr bwMode="auto">
          <a:xfrm>
            <a:off x="1789145" y="3650164"/>
            <a:ext cx="498088" cy="3902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pc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923984-2DA8-4E00-986B-876F62B49255}"/>
              </a:ext>
            </a:extLst>
          </p:cNvPr>
          <p:cNvSpPr/>
          <p:nvPr/>
        </p:nvSpPr>
        <p:spPr bwMode="auto">
          <a:xfrm>
            <a:off x="1789145" y="3168339"/>
            <a:ext cx="944136" cy="3902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epoch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BE81DE-68DA-4C88-B93F-0A181C546B9B}"/>
              </a:ext>
            </a:extLst>
          </p:cNvPr>
          <p:cNvSpPr/>
          <p:nvPr/>
        </p:nvSpPr>
        <p:spPr bwMode="auto">
          <a:xfrm>
            <a:off x="3674272" y="3650164"/>
            <a:ext cx="2545624" cy="3902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Register file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A5C533-A5D8-43C6-A558-50478A303F8B}"/>
              </a:ext>
            </a:extLst>
          </p:cNvPr>
          <p:cNvSpPr/>
          <p:nvPr/>
        </p:nvSpPr>
        <p:spPr bwMode="auto">
          <a:xfrm>
            <a:off x="3674272" y="4111546"/>
            <a:ext cx="2545624" cy="3902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scoreboard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9C8089-A693-44EE-8B42-62C8D854DAF8}"/>
              </a:ext>
            </a:extLst>
          </p:cNvPr>
          <p:cNvSpPr/>
          <p:nvPr/>
        </p:nvSpPr>
        <p:spPr bwMode="auto">
          <a:xfrm>
            <a:off x="5500027" y="2846697"/>
            <a:ext cx="1439738" cy="677668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sz="1600" dirty="0">
                <a:latin typeface="Verdana" pitchFamily="34" charset="0"/>
              </a:rPr>
              <a:t>Vector Register file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60BCEF-E5EF-4338-B483-FCF1C468CF4C}"/>
              </a:ext>
            </a:extLst>
          </p:cNvPr>
          <p:cNvCxnSpPr>
            <a:cxnSpLocks/>
          </p:cNvCxnSpPr>
          <p:nvPr/>
        </p:nvCxnSpPr>
        <p:spPr bwMode="auto">
          <a:xfrm flipV="1">
            <a:off x="3196898" y="3278458"/>
            <a:ext cx="386360" cy="122338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7CE9256-4688-45F9-B17C-C198938A2271}"/>
              </a:ext>
            </a:extLst>
          </p:cNvPr>
          <p:cNvCxnSpPr/>
          <p:nvPr/>
        </p:nvCxnSpPr>
        <p:spPr bwMode="auto">
          <a:xfrm flipH="1">
            <a:off x="6630719" y="3711728"/>
            <a:ext cx="87607" cy="1123994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A8E22BC-1A71-48EA-B458-44760E9CB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713" y="1555593"/>
            <a:ext cx="7772400" cy="4114800"/>
          </a:xfrm>
        </p:spPr>
        <p:txBody>
          <a:bodyPr/>
          <a:lstStyle/>
          <a:p>
            <a:r>
              <a:rPr lang="en-US" dirty="0"/>
              <a:t>What if we create a dedicated vector processing unit?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C7925D5-A37C-434B-9E40-7B8F20A448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866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A8FF-35A5-4D03-9BA5-59FA6341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2-lanes vector-unit in BSV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BADF7-C6CA-4DF3-B874-ADD55BE1A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705" y="1809351"/>
            <a:ext cx="9105101" cy="4114800"/>
          </a:xfrm>
        </p:spPr>
        <p:txBody>
          <a:bodyPr/>
          <a:lstStyle/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interface </a:t>
            </a:r>
            <a:r>
              <a:rPr lang="en-US" sz="2000" dirty="0" err="1">
                <a:latin typeface="Consolas" panose="020B0609020204030204" pitchFamily="49" charset="0"/>
              </a:rPr>
              <a:t>VectorUnit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method Action </a:t>
            </a:r>
            <a:r>
              <a:rPr lang="en-US" sz="2000" dirty="0" err="1">
                <a:latin typeface="Consolas" panose="020B0609020204030204" pitchFamily="49" charset="0"/>
              </a:rPr>
              <a:t>enq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Bit#(32) rs1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DInst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dinst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method </a:t>
            </a:r>
            <a:r>
              <a:rPr lang="en-US" sz="2000" dirty="0" err="1">
                <a:latin typeface="Consolas" panose="020B0609020204030204" pitchFamily="49" charset="0"/>
              </a:rPr>
              <a:t>ActionValue</a:t>
            </a:r>
            <a:r>
              <a:rPr lang="en-US" sz="2000" dirty="0">
                <a:latin typeface="Consolas" panose="020B0609020204030204" pitchFamily="49" charset="0"/>
              </a:rPr>
              <a:t>#(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Tuple2#(Bit#(32),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DInst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latin typeface="Consolas" panose="020B0609020204030204" pitchFamily="49" charset="0"/>
              </a:rPr>
              <a:t>) </a:t>
            </a:r>
            <a:r>
              <a:rPr lang="en-US" sz="2000" dirty="0" err="1">
                <a:latin typeface="Consolas" panose="020B0609020204030204" pitchFamily="49" charset="0"/>
              </a:rPr>
              <a:t>deq</a:t>
            </a:r>
            <a:r>
              <a:rPr lang="en-US" sz="20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method </a:t>
            </a:r>
            <a:r>
              <a:rPr lang="en-US" sz="2000" dirty="0" err="1">
                <a:latin typeface="Consolas" panose="020B0609020204030204" pitchFamily="49" charset="0"/>
              </a:rPr>
              <a:t>ActionValue</a:t>
            </a:r>
            <a:r>
              <a:rPr lang="en-US" sz="2000" dirty="0">
                <a:latin typeface="Consolas" panose="020B0609020204030204" pitchFamily="49" charset="0"/>
              </a:rPr>
              <a:t>#(MemReq) </a:t>
            </a:r>
            <a:r>
              <a:rPr lang="en-US" sz="2000" dirty="0" err="1">
                <a:latin typeface="Consolas" panose="020B0609020204030204" pitchFamily="49" charset="0"/>
              </a:rPr>
              <a:t>memreq</a:t>
            </a:r>
            <a:r>
              <a:rPr lang="en-US" sz="20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method Action </a:t>
            </a:r>
            <a:r>
              <a:rPr lang="en-US" sz="2000" dirty="0" err="1">
                <a:latin typeface="Consolas" panose="020B0609020204030204" pitchFamily="49" charset="0"/>
              </a:rPr>
              <a:t>memresp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MemResp</a:t>
            </a:r>
            <a:r>
              <a:rPr lang="en-US" sz="2000" dirty="0">
                <a:latin typeface="Consolas" panose="020B0609020204030204" pitchFamily="49" charset="0"/>
              </a:rPr>
              <a:t> resp);</a:t>
            </a: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endinterface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typedef struct 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{ </a:t>
            </a:r>
            <a:r>
              <a:rPr lang="en-US" sz="2000" dirty="0" err="1">
                <a:latin typeface="Consolas" panose="020B0609020204030204" pitchFamily="49" charset="0"/>
              </a:rPr>
              <a:t>DInst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dinst</a:t>
            </a:r>
            <a:r>
              <a:rPr lang="en-US" sz="2000" dirty="0">
                <a:latin typeface="Consolas" panose="020B0609020204030204" pitchFamily="49" charset="0"/>
              </a:rPr>
              <a:t>; Bit#(3) </a:t>
            </a:r>
            <a:r>
              <a:rPr lang="en-US" sz="2000" dirty="0" err="1">
                <a:latin typeface="Consolas" panose="020B0609020204030204" pitchFamily="49" charset="0"/>
              </a:rPr>
              <a:t>fragId</a:t>
            </a:r>
            <a:r>
              <a:rPr lang="en-US" sz="2000" dirty="0">
                <a:latin typeface="Consolas" panose="020B0609020204030204" pitchFamily="49" charset="0"/>
              </a:rPr>
              <a:t> } </a:t>
            </a:r>
            <a:r>
              <a:rPr lang="en-US" sz="2000" dirty="0" err="1">
                <a:latin typeface="Consolas" panose="020B0609020204030204" pitchFamily="49" charset="0"/>
              </a:rPr>
              <a:t>PartialVInst</a:t>
            </a:r>
            <a:r>
              <a:rPr lang="en-US" sz="2000" dirty="0">
                <a:latin typeface="Consolas" panose="020B0609020204030204" pitchFamily="49" charset="0"/>
              </a:rPr>
              <a:t> 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E6BD2-D38A-4776-AA6E-AE0EB01A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DB4D92-3769-4E32-85FB-D68F1F17E69A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68D2FA2-5294-4C70-AA4C-8677E66F95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861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A1FB-ED2D-4A01-A29F-7459B4ACF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25522-F69E-464D-B854-75A4D09FD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36435"/>
            <a:ext cx="7772400" cy="4114800"/>
          </a:xfrm>
        </p:spPr>
        <p:txBody>
          <a:bodyPr/>
          <a:lstStyle/>
          <a:p>
            <a:r>
              <a:rPr lang="en-US" dirty="0"/>
              <a:t>Let’s assume we can afford only 2 barrel shifter/multipliers.</a:t>
            </a:r>
          </a:p>
          <a:p>
            <a:r>
              <a:rPr lang="en-US" dirty="0"/>
              <a:t>Process the vector on 2 lanes: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Lane 0 </a:t>
            </a:r>
            <a:r>
              <a:rPr lang="en-US" dirty="0"/>
              <a:t>will handle elements [0,2,4,6]</a:t>
            </a:r>
          </a:p>
          <a:p>
            <a:pPr lvl="1"/>
            <a:r>
              <a:rPr lang="en-US" dirty="0">
                <a:solidFill>
                  <a:srgbClr val="FFC000"/>
                </a:solidFill>
              </a:rPr>
              <a:t>Lane 1 </a:t>
            </a:r>
            <a:r>
              <a:rPr lang="en-US" dirty="0"/>
              <a:t>will handle elements [1,3,5,7]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EBCB8-7985-41DC-B1DE-3BE8B9F55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E71597-5352-4CEC-908B-2776ECE6D39D}" type="datetime1">
              <a:rPr lang="en-US" smtClean="0"/>
              <a:t>4/1/2024</a:t>
            </a:fld>
            <a:endParaRPr lang="en-US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148D20A-BAE6-4F9D-AC28-1F78DD2C0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706308"/>
              </p:ext>
            </p:extLst>
          </p:nvPr>
        </p:nvGraphicFramePr>
        <p:xfrm>
          <a:off x="3321196" y="4408017"/>
          <a:ext cx="2501608" cy="1627095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312701">
                  <a:extLst>
                    <a:ext uri="{9D8B030D-6E8A-4147-A177-3AD203B41FA5}">
                      <a16:colId xmlns:a16="http://schemas.microsoft.com/office/drawing/2014/main" val="697900526"/>
                    </a:ext>
                  </a:extLst>
                </a:gridCol>
                <a:gridCol w="312701">
                  <a:extLst>
                    <a:ext uri="{9D8B030D-6E8A-4147-A177-3AD203B41FA5}">
                      <a16:colId xmlns:a16="http://schemas.microsoft.com/office/drawing/2014/main" val="2589466979"/>
                    </a:ext>
                  </a:extLst>
                </a:gridCol>
                <a:gridCol w="312701">
                  <a:extLst>
                    <a:ext uri="{9D8B030D-6E8A-4147-A177-3AD203B41FA5}">
                      <a16:colId xmlns:a16="http://schemas.microsoft.com/office/drawing/2014/main" val="2489291636"/>
                    </a:ext>
                  </a:extLst>
                </a:gridCol>
                <a:gridCol w="312701">
                  <a:extLst>
                    <a:ext uri="{9D8B030D-6E8A-4147-A177-3AD203B41FA5}">
                      <a16:colId xmlns:a16="http://schemas.microsoft.com/office/drawing/2014/main" val="3089560481"/>
                    </a:ext>
                  </a:extLst>
                </a:gridCol>
                <a:gridCol w="294143">
                  <a:extLst>
                    <a:ext uri="{9D8B030D-6E8A-4147-A177-3AD203B41FA5}">
                      <a16:colId xmlns:a16="http://schemas.microsoft.com/office/drawing/2014/main" val="2560097352"/>
                    </a:ext>
                  </a:extLst>
                </a:gridCol>
                <a:gridCol w="331259">
                  <a:extLst>
                    <a:ext uri="{9D8B030D-6E8A-4147-A177-3AD203B41FA5}">
                      <a16:colId xmlns:a16="http://schemas.microsoft.com/office/drawing/2014/main" val="4282596488"/>
                    </a:ext>
                  </a:extLst>
                </a:gridCol>
                <a:gridCol w="312701">
                  <a:extLst>
                    <a:ext uri="{9D8B030D-6E8A-4147-A177-3AD203B41FA5}">
                      <a16:colId xmlns:a16="http://schemas.microsoft.com/office/drawing/2014/main" val="982590538"/>
                    </a:ext>
                  </a:extLst>
                </a:gridCol>
                <a:gridCol w="312701">
                  <a:extLst>
                    <a:ext uri="{9D8B030D-6E8A-4147-A177-3AD203B41FA5}">
                      <a16:colId xmlns:a16="http://schemas.microsoft.com/office/drawing/2014/main" val="539697719"/>
                    </a:ext>
                  </a:extLst>
                </a:gridCol>
              </a:tblGrid>
              <a:tr h="325419">
                <a:tc>
                  <a:txBody>
                    <a:bodyPr/>
                    <a:lstStyle/>
                    <a:p>
                      <a:endParaRPr lang="en-US" sz="16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B0F0"/>
                        </a:solidFill>
                      </a:endParaRPr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502746"/>
                  </a:ext>
                </a:extLst>
              </a:tr>
              <a:tr h="325419">
                <a:tc>
                  <a:txBody>
                    <a:bodyPr/>
                    <a:lstStyle/>
                    <a:p>
                      <a:endParaRPr lang="en-US" sz="16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B0F0"/>
                        </a:solidFill>
                      </a:endParaRPr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543086"/>
                  </a:ext>
                </a:extLst>
              </a:tr>
              <a:tr h="325419">
                <a:tc>
                  <a:txBody>
                    <a:bodyPr/>
                    <a:lstStyle/>
                    <a:p>
                      <a:endParaRPr lang="en-US" sz="16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B0F0"/>
                        </a:solidFill>
                      </a:endParaRPr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882761"/>
                  </a:ext>
                </a:extLst>
              </a:tr>
              <a:tr h="325419">
                <a:tc>
                  <a:txBody>
                    <a:bodyPr/>
                    <a:lstStyle/>
                    <a:p>
                      <a:endParaRPr lang="en-US" sz="16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B0F0"/>
                        </a:solidFill>
                      </a:endParaRPr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28537"/>
                  </a:ext>
                </a:extLst>
              </a:tr>
              <a:tr h="325419">
                <a:tc>
                  <a:txBody>
                    <a:bodyPr/>
                    <a:lstStyle/>
                    <a:p>
                      <a:endParaRPr lang="en-US" sz="16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B0F0"/>
                        </a:solidFill>
                      </a:endParaRPr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240" marR="80240" marT="40120" marB="4012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16529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43F56FB-6823-4F02-8B31-8E3710F41AA5}"/>
              </a:ext>
            </a:extLst>
          </p:cNvPr>
          <p:cNvSpPr txBox="1"/>
          <p:nvPr/>
        </p:nvSpPr>
        <p:spPr>
          <a:xfrm>
            <a:off x="2429874" y="440801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vr1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420884-8E73-4A85-AAB2-9D435A5E2FAB}"/>
              </a:ext>
            </a:extLst>
          </p:cNvPr>
          <p:cNvSpPr txBox="1"/>
          <p:nvPr/>
        </p:nvSpPr>
        <p:spPr>
          <a:xfrm>
            <a:off x="2429874" y="4732799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vr2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A8550C-4D90-4DA6-ACA4-8A7E9372972F}"/>
              </a:ext>
            </a:extLst>
          </p:cNvPr>
          <p:cNvSpPr txBox="1"/>
          <p:nvPr/>
        </p:nvSpPr>
        <p:spPr>
          <a:xfrm>
            <a:off x="2429873" y="5068391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vr3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23D5AD-D991-4990-AE7F-8FAA968B5C5C}"/>
              </a:ext>
            </a:extLst>
          </p:cNvPr>
          <p:cNvSpPr txBox="1"/>
          <p:nvPr/>
        </p:nvSpPr>
        <p:spPr>
          <a:xfrm>
            <a:off x="2429872" y="5405900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vr4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1DFBCD-FCA3-4ABC-BB67-C1474C248510}"/>
              </a:ext>
            </a:extLst>
          </p:cNvPr>
          <p:cNvSpPr txBox="1"/>
          <p:nvPr/>
        </p:nvSpPr>
        <p:spPr>
          <a:xfrm>
            <a:off x="2537272" y="5708508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1919D10-B7A4-40F0-A239-58FC9CE842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50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E676-E019-4501-B1C9-1183BD6B4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Summary diagram (distributed) </a:t>
            </a:r>
            <a:r>
              <a:rPr lang="en-US" sz="3600" dirty="0" err="1"/>
              <a:t>VectorUnit</a:t>
            </a:r>
            <a:r>
              <a:rPr lang="en-US" sz="3600" dirty="0"/>
              <a:t> – </a:t>
            </a:r>
            <a:r>
              <a:rPr lang="en-US" sz="3600" dirty="0" err="1"/>
              <a:t>vALU</a:t>
            </a:r>
            <a:r>
              <a:rPr lang="en-US" sz="3600" dirty="0"/>
              <a:t> only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51305-63DF-427C-90D2-C30B70308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30F5A2-1AC9-4B5D-9333-F787A84F5A5D}" type="datetime1">
              <a:rPr lang="en-US" smtClean="0"/>
              <a:t>4/1/2024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5F9EC3-98C6-4A08-A40A-5F4F94824EF2}"/>
              </a:ext>
            </a:extLst>
          </p:cNvPr>
          <p:cNvSpPr txBox="1"/>
          <p:nvPr/>
        </p:nvSpPr>
        <p:spPr>
          <a:xfrm>
            <a:off x="379141" y="3995854"/>
            <a:ext cx="1401337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Decode2vecUnit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7179F4-6C11-4446-A9F8-5E04D2C2E92F}"/>
              </a:ext>
            </a:extLst>
          </p:cNvPr>
          <p:cNvSpPr/>
          <p:nvPr/>
        </p:nvSpPr>
        <p:spPr bwMode="auto">
          <a:xfrm>
            <a:off x="2322045" y="3061912"/>
            <a:ext cx="4636501" cy="3670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r>
              <a:rPr lang="en-US" dirty="0" err="1">
                <a:latin typeface="Verdana" pitchFamily="34" charset="0"/>
              </a:rPr>
              <a:t>V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r_n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: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idx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0, 2, 4, …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91E5AA-E666-445E-903C-BCD20F7525DF}"/>
              </a:ext>
            </a:extLst>
          </p:cNvPr>
          <p:cNvSpPr/>
          <p:nvPr/>
        </p:nvSpPr>
        <p:spPr bwMode="auto">
          <a:xfrm>
            <a:off x="2253749" y="4807872"/>
            <a:ext cx="4636501" cy="367088"/>
          </a:xfrm>
          <a:prstGeom prst="rect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Font typeface="Wingdings" pitchFamily="2" charset="2"/>
              <a:buChar char="•"/>
              <a:tabLst/>
            </a:pPr>
            <a:r>
              <a:rPr lang="en-US" dirty="0" err="1">
                <a:latin typeface="Verdana" pitchFamily="34" charset="0"/>
              </a:rPr>
              <a:t>V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r_n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: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idx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1, </a:t>
            </a:r>
            <a:r>
              <a:rPr lang="en-US" dirty="0">
                <a:latin typeface="Verdana" pitchFamily="34" charset="0"/>
              </a:rPr>
              <a:t>3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, 5,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C0DAE3-8F56-42A5-BE7C-7F334A7EF8C9}"/>
              </a:ext>
            </a:extLst>
          </p:cNvPr>
          <p:cNvSpPr txBox="1"/>
          <p:nvPr/>
        </p:nvSpPr>
        <p:spPr>
          <a:xfrm>
            <a:off x="2777348" y="3429000"/>
            <a:ext cx="3103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Vec</a:t>
            </a:r>
            <a:r>
              <a:rPr lang="en-US" dirty="0"/>
              <a:t> rf + sb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16B648-82A6-45F8-998B-DDEBA07CBEB6}"/>
              </a:ext>
            </a:extLst>
          </p:cNvPr>
          <p:cNvSpPr txBox="1"/>
          <p:nvPr/>
        </p:nvSpPr>
        <p:spPr>
          <a:xfrm>
            <a:off x="2675537" y="5188872"/>
            <a:ext cx="3103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Vec</a:t>
            </a:r>
            <a:r>
              <a:rPr lang="en-US" dirty="0"/>
              <a:t> rf + sb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E44C40D-05C3-4479-875E-25DDB98CBB45}"/>
              </a:ext>
            </a:extLst>
          </p:cNvPr>
          <p:cNvSpPr/>
          <p:nvPr/>
        </p:nvSpPr>
        <p:spPr bwMode="auto">
          <a:xfrm>
            <a:off x="2524876" y="1683672"/>
            <a:ext cx="1243862" cy="114300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Vec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Reg Read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FBFB9A6-1DA3-4F6D-B664-633E651965C7}"/>
              </a:ext>
            </a:extLst>
          </p:cNvPr>
          <p:cNvSpPr/>
          <p:nvPr/>
        </p:nvSpPr>
        <p:spPr bwMode="auto">
          <a:xfrm>
            <a:off x="4608678" y="1699956"/>
            <a:ext cx="1243862" cy="114300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Vec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Exec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EE49AF3-3C3C-4E88-A031-6D7967B14D55}"/>
              </a:ext>
            </a:extLst>
          </p:cNvPr>
          <p:cNvSpPr/>
          <p:nvPr/>
        </p:nvSpPr>
        <p:spPr bwMode="auto">
          <a:xfrm>
            <a:off x="6321281" y="1709490"/>
            <a:ext cx="1243862" cy="114300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Vec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</a:t>
            </a:r>
            <a:r>
              <a:rPr kumimoji="0" 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wb</a:t>
            </a:r>
            <a:endParaRPr kumimoji="0" 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E7D7531-5582-429C-BAF1-8C0BE109EDF9}"/>
              </a:ext>
            </a:extLst>
          </p:cNvPr>
          <p:cNvSpPr/>
          <p:nvPr/>
        </p:nvSpPr>
        <p:spPr bwMode="auto">
          <a:xfrm>
            <a:off x="2461641" y="5608319"/>
            <a:ext cx="1243862" cy="1143000"/>
          </a:xfrm>
          <a:prstGeom prst="ellipse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Vec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Reg Read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5A62A6-BF85-47FD-A65A-F0C4D28AE21B}"/>
              </a:ext>
            </a:extLst>
          </p:cNvPr>
          <p:cNvSpPr/>
          <p:nvPr/>
        </p:nvSpPr>
        <p:spPr bwMode="auto">
          <a:xfrm>
            <a:off x="4545443" y="5624603"/>
            <a:ext cx="1243862" cy="1143000"/>
          </a:xfrm>
          <a:prstGeom prst="ellipse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Vec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Exec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8BCCAB4-999E-47E8-8DBA-68218C512A38}"/>
              </a:ext>
            </a:extLst>
          </p:cNvPr>
          <p:cNvSpPr/>
          <p:nvPr/>
        </p:nvSpPr>
        <p:spPr bwMode="auto">
          <a:xfrm>
            <a:off x="6257413" y="5630009"/>
            <a:ext cx="1243862" cy="1143000"/>
          </a:xfrm>
          <a:prstGeom prst="ellipse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Vec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 </a:t>
            </a:r>
            <a:r>
              <a:rPr kumimoji="0" 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wb</a:t>
            </a:r>
            <a:endParaRPr kumimoji="0" 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C0FCF1-20BB-40BF-BB0D-0EB6F9D7717B}"/>
              </a:ext>
            </a:extLst>
          </p:cNvPr>
          <p:cNvSpPr txBox="1"/>
          <p:nvPr/>
        </p:nvSpPr>
        <p:spPr>
          <a:xfrm>
            <a:off x="7529731" y="3672688"/>
            <a:ext cx="1401337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vecUnit2proc rf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6B16A6-56F7-44AF-9CA1-02CAFA344DF9}"/>
              </a:ext>
            </a:extLst>
          </p:cNvPr>
          <p:cNvCxnSpPr>
            <a:cxnSpLocks/>
            <a:stCxn id="3" idx="0"/>
          </p:cNvCxnSpPr>
          <p:nvPr/>
        </p:nvCxnSpPr>
        <p:spPr bwMode="auto">
          <a:xfrm flipV="1">
            <a:off x="1079810" y="2457340"/>
            <a:ext cx="1173939" cy="1538514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E2AAE35-FDD0-4F41-B7DD-DE35C90A82E8}"/>
              </a:ext>
            </a:extLst>
          </p:cNvPr>
          <p:cNvCxnSpPr>
            <a:stCxn id="11" idx="6"/>
            <a:endCxn id="12" idx="2"/>
          </p:cNvCxnSpPr>
          <p:nvPr/>
        </p:nvCxnSpPr>
        <p:spPr bwMode="auto">
          <a:xfrm>
            <a:off x="3768738" y="2255172"/>
            <a:ext cx="839940" cy="16284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79EC7B9-5284-43AA-B6DB-3FEF90C16E26}"/>
              </a:ext>
            </a:extLst>
          </p:cNvPr>
          <p:cNvCxnSpPr>
            <a:stCxn id="12" idx="6"/>
            <a:endCxn id="13" idx="2"/>
          </p:cNvCxnSpPr>
          <p:nvPr/>
        </p:nvCxnSpPr>
        <p:spPr bwMode="auto">
          <a:xfrm>
            <a:off x="5852540" y="2271456"/>
            <a:ext cx="468741" cy="9534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22EEE3E-13A1-4CF6-8682-1667D7CB0572}"/>
              </a:ext>
            </a:extLst>
          </p:cNvPr>
          <p:cNvCxnSpPr/>
          <p:nvPr/>
        </p:nvCxnSpPr>
        <p:spPr bwMode="auto">
          <a:xfrm>
            <a:off x="7501275" y="2457340"/>
            <a:ext cx="568969" cy="1190616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528AEC4-F99F-4EF0-B5DB-D7BC9A90CDF7}"/>
              </a:ext>
            </a:extLst>
          </p:cNvPr>
          <p:cNvCxnSpPr>
            <a:stCxn id="3" idx="2"/>
            <a:endCxn id="14" idx="2"/>
          </p:cNvCxnSpPr>
          <p:nvPr/>
        </p:nvCxnSpPr>
        <p:spPr bwMode="auto">
          <a:xfrm>
            <a:off x="1079810" y="4642185"/>
            <a:ext cx="1381831" cy="1537634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53E406F-8347-4D8B-AA63-248C4A5D06A3}"/>
              </a:ext>
            </a:extLst>
          </p:cNvPr>
          <p:cNvCxnSpPr>
            <a:stCxn id="14" idx="6"/>
            <a:endCxn id="15" idx="2"/>
          </p:cNvCxnSpPr>
          <p:nvPr/>
        </p:nvCxnSpPr>
        <p:spPr bwMode="auto">
          <a:xfrm>
            <a:off x="3705503" y="6179819"/>
            <a:ext cx="839940" cy="16284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15CD300-A787-41D2-AD27-D358D2EB0719}"/>
              </a:ext>
            </a:extLst>
          </p:cNvPr>
          <p:cNvCxnSpPr>
            <a:stCxn id="15" idx="6"/>
            <a:endCxn id="16" idx="2"/>
          </p:cNvCxnSpPr>
          <p:nvPr/>
        </p:nvCxnSpPr>
        <p:spPr bwMode="auto">
          <a:xfrm>
            <a:off x="5789305" y="6196103"/>
            <a:ext cx="468108" cy="5406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329BAE-1C61-4317-8BDD-245ACC6052CE}"/>
              </a:ext>
            </a:extLst>
          </p:cNvPr>
          <p:cNvCxnSpPr>
            <a:stCxn id="16" idx="6"/>
          </p:cNvCxnSpPr>
          <p:nvPr/>
        </p:nvCxnSpPr>
        <p:spPr bwMode="auto">
          <a:xfrm flipV="1">
            <a:off x="7501275" y="4319019"/>
            <a:ext cx="568969" cy="1882490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28BB78F-0AEE-47A5-9F95-C3C5A12C1720}"/>
              </a:ext>
            </a:extLst>
          </p:cNvPr>
          <p:cNvSpPr txBox="1"/>
          <p:nvPr/>
        </p:nvSpPr>
        <p:spPr>
          <a:xfrm>
            <a:off x="609600" y="1589410"/>
            <a:ext cx="1787064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i="1" dirty="0"/>
              <a:t>Note: arrows indicate appropriate FIFOs and pipelines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46F5E2D-97C7-4879-8394-DFF14CF927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395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A8FF-35A5-4D03-9BA5-59FA6341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2-lane vector unit – </a:t>
            </a:r>
            <a:r>
              <a:rPr lang="en-US" dirty="0" err="1"/>
              <a:t>vInsts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BADF7-C6CA-4DF3-B874-ADD55BE1A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0"/>
            <a:ext cx="10051473" cy="41148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Vector#(16, Bit#(32)) 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vrf1</a:t>
            </a:r>
            <a:r>
              <a:rPr lang="en-US" sz="1800" dirty="0">
                <a:latin typeface="Consolas" panose="020B0609020204030204" pitchFamily="49" charset="0"/>
              </a:rPr>
              <a:t> &lt;- </a:t>
            </a:r>
            <a:r>
              <a:rPr lang="en-US" sz="1800" dirty="0" err="1">
                <a:latin typeface="Consolas" panose="020B0609020204030204" pitchFamily="49" charset="0"/>
              </a:rPr>
              <a:t>mkReg</a:t>
            </a:r>
            <a:r>
              <a:rPr lang="en-US" sz="1800" dirty="0">
                <a:latin typeface="Consolas" panose="020B0609020204030204" pitchFamily="49" charset="0"/>
              </a:rPr>
              <a:t>(0); //32 could be 64,128,256 …!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Vector#(16, Bit#(32)) 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vrf2</a:t>
            </a:r>
            <a:r>
              <a:rPr lang="en-US" sz="1800" dirty="0">
                <a:latin typeface="Consolas" panose="020B0609020204030204" pitchFamily="49" charset="0"/>
              </a:rPr>
              <a:t> &lt;- </a:t>
            </a:r>
            <a:r>
              <a:rPr lang="en-US" sz="1800" dirty="0" err="1">
                <a:latin typeface="Consolas" panose="020B0609020204030204" pitchFamily="49" charset="0"/>
              </a:rPr>
              <a:t>mkReg</a:t>
            </a:r>
            <a:r>
              <a:rPr lang="en-US" sz="1800" dirty="0">
                <a:latin typeface="Consolas" panose="020B0609020204030204" pitchFamily="49" charset="0"/>
              </a:rPr>
              <a:t>(0);</a:t>
            </a: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SupFifo</a:t>
            </a:r>
            <a:r>
              <a:rPr lang="en-US" sz="1800" dirty="0">
                <a:latin typeface="Consolas" panose="020B0609020204030204" pitchFamily="49" charset="0"/>
              </a:rPr>
              <a:t>#(PartialVInst) 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lane0</a:t>
            </a:r>
            <a:r>
              <a:rPr lang="en-US" sz="1800" dirty="0">
                <a:latin typeface="Consolas" panose="020B0609020204030204" pitchFamily="49" charset="0"/>
              </a:rPr>
              <a:t> &lt;- </a:t>
            </a:r>
            <a:r>
              <a:rPr lang="en-US" sz="1800" dirty="0" err="1">
                <a:latin typeface="Consolas" panose="020B0609020204030204" pitchFamily="49" charset="0"/>
              </a:rPr>
              <a:t>mkSupFifo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SupFifo</a:t>
            </a:r>
            <a:r>
              <a:rPr lang="en-US" sz="1800" dirty="0">
                <a:latin typeface="Consolas" panose="020B0609020204030204" pitchFamily="49" charset="0"/>
              </a:rPr>
              <a:t>#(PartialVInst) 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lane1</a:t>
            </a:r>
            <a:r>
              <a:rPr lang="en-US" sz="1800" dirty="0">
                <a:latin typeface="Consolas" panose="020B0609020204030204" pitchFamily="49" charset="0"/>
              </a:rPr>
              <a:t> &lt;- </a:t>
            </a:r>
            <a:r>
              <a:rPr lang="en-US" sz="1800" dirty="0" err="1">
                <a:latin typeface="Consolas" panose="020B0609020204030204" pitchFamily="49" charset="0"/>
              </a:rPr>
              <a:t>mkSupFifo</a:t>
            </a:r>
            <a:r>
              <a:rPr lang="en-US" sz="1800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method </a:t>
            </a:r>
            <a:r>
              <a:rPr lang="en-US" sz="1800" dirty="0" err="1">
                <a:latin typeface="Consolas" panose="020B0609020204030204" pitchFamily="49" charset="0"/>
              </a:rPr>
              <a:t>enq</a:t>
            </a:r>
            <a:r>
              <a:rPr lang="en-US" sz="1800" dirty="0">
                <a:latin typeface="Consolas" panose="020B0609020204030204" pitchFamily="49" charset="0"/>
              </a:rPr>
              <a:t>(Bit#(32) </a:t>
            </a:r>
            <a:r>
              <a:rPr lang="en-US" sz="1800" dirty="0" err="1">
                <a:latin typeface="Consolas" panose="020B0609020204030204" pitchFamily="49" charset="0"/>
              </a:rPr>
              <a:t>val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</a:rPr>
              <a:t>Dinst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dinst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if (</a:t>
            </a:r>
            <a:r>
              <a:rPr lang="en-US" sz="1800" dirty="0" err="1">
                <a:latin typeface="Consolas" panose="020B0609020204030204" pitchFamily="49" charset="0"/>
              </a:rPr>
              <a:t>isByteInst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dinst</a:t>
            </a:r>
            <a:r>
              <a:rPr lang="en-US" sz="1800" dirty="0">
                <a:latin typeface="Consolas" panose="020B0609020204030204" pitchFamily="49" charset="0"/>
              </a:rPr>
              <a:t>)) begin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    lane0.enq1(p(dinst,0)); lane0.enq2(p(dinst,2));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    lane1.enq1(p(dinst,1)); lane1.enq2(p(dinst,3));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end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if (is16bitsInst(</a:t>
            </a:r>
            <a:r>
              <a:rPr lang="en-US" sz="1800" dirty="0" err="1">
                <a:latin typeface="Consolas" panose="020B0609020204030204" pitchFamily="49" charset="0"/>
              </a:rPr>
              <a:t>dinst</a:t>
            </a:r>
            <a:r>
              <a:rPr lang="en-US" sz="1800" dirty="0">
                <a:latin typeface="Consolas" panose="020B0609020204030204" pitchFamily="49" charset="0"/>
              </a:rPr>
              <a:t>)) begin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    lane0.enq1(p(dinst,0));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   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lane1.enq1(p(dinst,1));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end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E6BD2-D38A-4776-AA6E-AE0EB01A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C28DDA-34E6-4495-8292-2D95E1DC62F6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4AACBB-5DA2-48C6-AC34-0DA4CCE401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47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A8FF-35A5-4D03-9BA5-59FA6341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2-lane vector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BADF7-C6CA-4DF3-B874-ADD55BE1A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0"/>
            <a:ext cx="10051473" cy="41148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rule lane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_0</a:t>
            </a:r>
            <a:r>
              <a:rPr lang="en-US" sz="1800" dirty="0">
                <a:latin typeface="Consolas" panose="020B0609020204030204" pitchFamily="49" charset="0"/>
              </a:rPr>
              <a:t>_reg_read </a:t>
            </a:r>
            <a:r>
              <a:rPr lang="en-US" sz="1800" dirty="0">
                <a:solidFill>
                  <a:srgbClr val="FF3333"/>
                </a:solidFill>
                <a:latin typeface="Consolas" panose="020B0609020204030204" pitchFamily="49" charset="0"/>
              </a:rPr>
              <a:t>if (</a:t>
            </a:r>
            <a:r>
              <a:rPr lang="en-US" sz="1800" dirty="0" err="1">
                <a:solidFill>
                  <a:srgbClr val="FF3333"/>
                </a:solidFill>
                <a:latin typeface="Consolas" panose="020B0609020204030204" pitchFamily="49" charset="0"/>
              </a:rPr>
              <a:t>isVArith</a:t>
            </a:r>
            <a:r>
              <a:rPr lang="en-US" sz="1800" dirty="0">
                <a:solidFill>
                  <a:srgbClr val="FF3333"/>
                </a:solidFill>
                <a:latin typeface="Consolas" panose="020B0609020204030204" pitchFamily="49" charset="0"/>
              </a:rPr>
              <a:t>(lane0.first1().</a:t>
            </a:r>
            <a:r>
              <a:rPr lang="en-US" sz="1800" dirty="0" err="1">
                <a:solidFill>
                  <a:srgbClr val="FF3333"/>
                </a:solidFill>
                <a:latin typeface="Consolas" panose="020B0609020204030204" pitchFamily="49" charset="0"/>
              </a:rPr>
              <a:t>dinst</a:t>
            </a:r>
            <a:r>
              <a:rPr lang="en-US" sz="1800" dirty="0">
                <a:solidFill>
                  <a:srgbClr val="FF3333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Similar to Old decode, except that no more decoding to do!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Only reading register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sb private to 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lane 0, </a:t>
            </a:r>
            <a:r>
              <a:rPr lang="en-US" sz="1800" dirty="0">
                <a:solidFill>
                  <a:srgbClr val="3F51B5"/>
                </a:solidFill>
                <a:latin typeface="Consolas" panose="020B0609020204030204" pitchFamily="49" charset="0"/>
              </a:rPr>
              <a:t>1 bit per element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The part of the </a:t>
            </a:r>
            <a:r>
              <a:rPr lang="en-US" sz="1800" dirty="0" err="1">
                <a:latin typeface="Consolas" panose="020B0609020204030204" pitchFamily="49" charset="0"/>
              </a:rPr>
              <a:t>vregister</a:t>
            </a:r>
            <a:r>
              <a:rPr lang="en-US" sz="1800" dirty="0">
                <a:latin typeface="Consolas" panose="020B0609020204030204" pitchFamily="49" charset="0"/>
              </a:rPr>
              <a:t> owned by the lane does not need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to be fully written to read a part of it</a:t>
            </a:r>
            <a:endParaRPr lang="en-US" sz="1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end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rule lane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_0</a:t>
            </a:r>
            <a:r>
              <a:rPr lang="en-US" sz="1800" dirty="0">
                <a:latin typeface="Consolas" panose="020B0609020204030204" pitchFamily="49" charset="0"/>
              </a:rPr>
              <a:t>_exec;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Similar to Old exec, but much simpler (careful with sizes)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no PC/branch/misprediction/epoch/business!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no memory stuff neither. \o/ </a:t>
            </a:r>
            <a:r>
              <a:rPr lang="en-US" sz="1800" dirty="0">
                <a:solidFill>
                  <a:srgbClr val="FF3333"/>
                </a:solidFill>
                <a:latin typeface="Consolas" panose="020B0609020204030204" pitchFamily="49" charset="0"/>
              </a:rPr>
              <a:t>Fishy?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end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rule lane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_0</a:t>
            </a:r>
            <a:r>
              <a:rPr lang="en-US" sz="1800" dirty="0">
                <a:latin typeface="Consolas" panose="020B0609020204030204" pitchFamily="49" charset="0"/>
              </a:rPr>
              <a:t>_wb;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// as old </a:t>
            </a:r>
            <a:r>
              <a:rPr lang="en-US" sz="1800" dirty="0" err="1">
                <a:latin typeface="Consolas" panose="020B0609020204030204" pitchFamily="49" charset="0"/>
              </a:rPr>
              <a:t>wb</a:t>
            </a:r>
            <a:r>
              <a:rPr lang="en-US" sz="1800" dirty="0">
                <a:latin typeface="Consolas" panose="020B0609020204030204" pitchFamily="49" charset="0"/>
              </a:rPr>
              <a:t> except! Except no business with memory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end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E6BD2-D38A-4776-AA6E-AE0EB01A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16AA5F-60E0-4602-9A41-BB83E39C63B2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E2C1C3-6C0A-430B-9CA0-D9292A2A28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15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A8FF-35A5-4D03-9BA5-59FA6341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2-lane vector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BADF7-C6CA-4DF3-B874-ADD55BE1A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122" y="1447800"/>
            <a:ext cx="10051473" cy="41148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rule lane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_1</a:t>
            </a:r>
            <a:r>
              <a:rPr lang="en-US" sz="1800" dirty="0">
                <a:latin typeface="Consolas" panose="020B0609020204030204" pitchFamily="49" charset="0"/>
              </a:rPr>
              <a:t>_reg_read </a:t>
            </a:r>
            <a:r>
              <a:rPr lang="en-US" sz="1800" dirty="0">
                <a:solidFill>
                  <a:srgbClr val="FF3333"/>
                </a:solidFill>
                <a:latin typeface="Consolas" panose="020B0609020204030204" pitchFamily="49" charset="0"/>
              </a:rPr>
              <a:t>if (</a:t>
            </a:r>
            <a:r>
              <a:rPr lang="en-US" sz="1800" dirty="0" err="1">
                <a:solidFill>
                  <a:srgbClr val="FF3333"/>
                </a:solidFill>
                <a:latin typeface="Consolas" panose="020B0609020204030204" pitchFamily="49" charset="0"/>
              </a:rPr>
              <a:t>isVArith</a:t>
            </a:r>
            <a:r>
              <a:rPr lang="en-US" sz="1800" dirty="0">
                <a:solidFill>
                  <a:srgbClr val="FF3333"/>
                </a:solidFill>
                <a:latin typeface="Consolas" panose="020B0609020204030204" pitchFamily="49" charset="0"/>
              </a:rPr>
              <a:t>(lane1.first1().</a:t>
            </a:r>
            <a:r>
              <a:rPr lang="en-US" sz="1800" dirty="0" err="1">
                <a:solidFill>
                  <a:srgbClr val="FF3333"/>
                </a:solidFill>
                <a:latin typeface="Consolas" panose="020B0609020204030204" pitchFamily="49" charset="0"/>
              </a:rPr>
              <a:t>dinst</a:t>
            </a:r>
            <a:r>
              <a:rPr lang="en-US" sz="1800" dirty="0">
                <a:solidFill>
                  <a:srgbClr val="FF3333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Similar to Old decode, except that no more decoding to do!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sb private to 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lane 1,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3F51B5"/>
                </a:solidFill>
                <a:latin typeface="Consolas" panose="020B0609020204030204" pitchFamily="49" charset="0"/>
              </a:rPr>
              <a:t>1 bit per element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The part of the register owned by the lane does not need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to be fully ready for a next element to read</a:t>
            </a:r>
            <a:endParaRPr lang="en-US" sz="1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end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rule lane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_1</a:t>
            </a:r>
            <a:r>
              <a:rPr lang="en-US" sz="1800" dirty="0">
                <a:latin typeface="Consolas" panose="020B0609020204030204" pitchFamily="49" charset="0"/>
              </a:rPr>
              <a:t>_exec;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Similar to Old exec, but much simpler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no PC/branch/epoch business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// no memory stuff \o/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end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rule lane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_1</a:t>
            </a:r>
            <a:r>
              <a:rPr lang="en-US" sz="1800" dirty="0">
                <a:latin typeface="Consolas" panose="020B0609020204030204" pitchFamily="49" charset="0"/>
              </a:rPr>
              <a:t>_wb;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// as </a:t>
            </a:r>
            <a:r>
              <a:rPr lang="en-US" sz="1800" dirty="0" err="1">
                <a:latin typeface="Consolas" panose="020B0609020204030204" pitchFamily="49" charset="0"/>
              </a:rPr>
              <a:t>wb</a:t>
            </a:r>
            <a:r>
              <a:rPr lang="en-US" sz="1800" dirty="0">
                <a:latin typeface="Consolas" panose="020B0609020204030204" pitchFamily="49" charset="0"/>
              </a:rPr>
              <a:t> exec! Except no business with memory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end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E6BD2-D38A-4776-AA6E-AE0EB01A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6723FE-4AD0-440F-A98A-E9517946A002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E5E33B4-C00B-4896-90AF-BFAE4DB740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250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A8FF-35A5-4D03-9BA5-59FA6341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instruction – 2-lane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BADF7-C6CA-4DF3-B874-ADD55BE1A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0"/>
            <a:ext cx="10051473" cy="41148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method </a:t>
            </a:r>
            <a:r>
              <a:rPr lang="en-US" sz="1800" dirty="0" err="1">
                <a:latin typeface="Consolas" panose="020B0609020204030204" pitchFamily="49" charset="0"/>
              </a:rPr>
              <a:t>enq</a:t>
            </a:r>
            <a:r>
              <a:rPr lang="en-US" sz="1800" dirty="0">
                <a:latin typeface="Consolas" panose="020B0609020204030204" pitchFamily="49" charset="0"/>
              </a:rPr>
              <a:t>(Bit#(32) </a:t>
            </a:r>
            <a:r>
              <a:rPr lang="en-US" sz="1800" dirty="0" err="1">
                <a:latin typeface="Consolas" panose="020B0609020204030204" pitchFamily="49" charset="0"/>
              </a:rPr>
              <a:t>val</a:t>
            </a:r>
            <a:r>
              <a:rPr lang="en-US" sz="1800" dirty="0">
                <a:latin typeface="Consolas" panose="020B0609020204030204" pitchFamily="49" charset="0"/>
              </a:rPr>
              <a:t>, </a:t>
            </a:r>
            <a:r>
              <a:rPr lang="en-US" sz="1800" dirty="0" err="1">
                <a:latin typeface="Consolas" panose="020B0609020204030204" pitchFamily="49" charset="0"/>
              </a:rPr>
              <a:t>Dinst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dinst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if (</a:t>
            </a:r>
            <a:r>
              <a:rPr lang="en-US" sz="1800" dirty="0" err="1">
                <a:latin typeface="Consolas" panose="020B0609020204030204" pitchFamily="49" charset="0"/>
              </a:rPr>
              <a:t>isByteInst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dinst</a:t>
            </a:r>
            <a:r>
              <a:rPr lang="en-US" sz="1800" dirty="0">
                <a:latin typeface="Consolas" panose="020B0609020204030204" pitchFamily="49" charset="0"/>
              </a:rPr>
              <a:t>)) begin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    lane0.enq1(p(dinst,0)); lane0.enq2(p(dinst,2));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    lane1.enq1(p(dinst,1)); lane1.enq2(p(dinst,3));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end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if (is16bitsInst(</a:t>
            </a:r>
            <a:r>
              <a:rPr lang="en-US" sz="1800" dirty="0" err="1">
                <a:latin typeface="Consolas" panose="020B0609020204030204" pitchFamily="49" charset="0"/>
              </a:rPr>
              <a:t>dinst</a:t>
            </a:r>
            <a:r>
              <a:rPr lang="en-US" sz="1800" dirty="0">
                <a:latin typeface="Consolas" panose="020B0609020204030204" pitchFamily="49" charset="0"/>
              </a:rPr>
              <a:t>)) begin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    lane0.enq1(p(dinst,0));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   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lane1.enq1(p(dinst,1));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end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if (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isLoad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dinst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)) begin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 register scoreboard dependency for all the elements of the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vreg</a:t>
            </a:r>
            <a:endParaRPr lang="en-US" sz="18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 send load for address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val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 end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E6BD2-D38A-4776-AA6E-AE0EB01A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F5B983-C43A-4539-ADB9-351D8E234FD9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53BAE7-986B-4662-9CE9-872D3D6D0D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25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A8FF-35A5-4D03-9BA5-59FA6341F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Receive load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BADF7-C6CA-4DF3-B874-ADD55BE1A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51" y="1447800"/>
            <a:ext cx="10051473" cy="41148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method Action </a:t>
            </a:r>
            <a:r>
              <a:rPr lang="en-US" sz="1800" dirty="0" err="1">
                <a:latin typeface="Consolas" panose="020B0609020204030204" pitchFamily="49" charset="0"/>
              </a:rPr>
              <a:t>memresp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MemResp</a:t>
            </a:r>
            <a:r>
              <a:rPr lang="en-US" sz="1800" dirty="0">
                <a:latin typeface="Consolas" panose="020B0609020204030204" pitchFamily="49" charset="0"/>
              </a:rPr>
              <a:t> resp);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vrf1[</a:t>
            </a:r>
            <a:r>
              <a:rPr lang="en-US" sz="1800" dirty="0" err="1">
                <a:latin typeface="Consolas" panose="020B0609020204030204" pitchFamily="49" charset="0"/>
              </a:rPr>
              <a:t>getVRd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dinst</a:t>
            </a:r>
            <a:r>
              <a:rPr lang="en-US" sz="1800" dirty="0">
                <a:latin typeface="Consolas" panose="020B0609020204030204" pitchFamily="49" charset="0"/>
              </a:rPr>
              <a:t>)] &lt;= subpart1(resp);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vrf2[</a:t>
            </a:r>
            <a:r>
              <a:rPr lang="en-US" sz="1800" dirty="0" err="1">
                <a:latin typeface="Consolas" panose="020B0609020204030204" pitchFamily="49" charset="0"/>
              </a:rPr>
              <a:t>getVRd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dinst</a:t>
            </a:r>
            <a:r>
              <a:rPr lang="en-US" sz="1800" dirty="0">
                <a:latin typeface="Consolas" panose="020B0609020204030204" pitchFamily="49" charset="0"/>
              </a:rPr>
              <a:t>)] &lt;= subpart2(resp);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clear SBs dependency on </a:t>
            </a:r>
            <a:r>
              <a:rPr lang="en-US" sz="1800" dirty="0" err="1">
                <a:latin typeface="Consolas" panose="020B0609020204030204" pitchFamily="49" charset="0"/>
              </a:rPr>
              <a:t>getVRd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dinst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let </a:t>
            </a:r>
            <a:r>
              <a:rPr lang="en-US" sz="1800" dirty="0" err="1">
                <a:latin typeface="Consolas" panose="020B0609020204030204" pitchFamily="49" charset="0"/>
              </a:rPr>
              <a:t>dinst</a:t>
            </a:r>
            <a:r>
              <a:rPr lang="en-US" sz="1800" dirty="0">
                <a:latin typeface="Consolas" panose="020B0609020204030204" pitchFamily="49" charset="0"/>
              </a:rPr>
              <a:t> = lane0.first1().</a:t>
            </a:r>
            <a:r>
              <a:rPr lang="en-US" sz="1800" dirty="0" err="1">
                <a:latin typeface="Consolas" panose="020B0609020204030204" pitchFamily="49" charset="0"/>
              </a:rPr>
              <a:t>dinst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if (</a:t>
            </a:r>
            <a:r>
              <a:rPr lang="en-US" sz="1800" dirty="0" err="1">
                <a:latin typeface="Consolas" panose="020B0609020204030204" pitchFamily="49" charset="0"/>
              </a:rPr>
              <a:t>isByteInst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dinst</a:t>
            </a:r>
            <a:r>
              <a:rPr lang="en-US" sz="1800" dirty="0">
                <a:latin typeface="Consolas" panose="020B0609020204030204" pitchFamily="49" charset="0"/>
              </a:rPr>
              <a:t>)) begin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    lane0.deq1(); lane0.deq2();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    lane1.deq1(); lane1.deq2();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end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if (is16bitsInst(</a:t>
            </a:r>
            <a:r>
              <a:rPr lang="en-US" sz="1800" dirty="0" err="1">
                <a:latin typeface="Consolas" panose="020B0609020204030204" pitchFamily="49" charset="0"/>
              </a:rPr>
              <a:t>dinst</a:t>
            </a:r>
            <a:r>
              <a:rPr lang="en-US" sz="1800" dirty="0">
                <a:latin typeface="Consolas" panose="020B0609020204030204" pitchFamily="49" charset="0"/>
              </a:rPr>
              <a:t>)) begin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    lane0.deq1();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FFC000"/>
                </a:solidFill>
                <a:latin typeface="Consolas" panose="020B0609020204030204" pitchFamily="49" charset="0"/>
              </a:rPr>
              <a:t>lane1.deq1();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end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E6BD2-D38A-4776-AA6E-AE0EB01A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EDB52E-60A7-4362-A33F-76CC642854C7}" type="datetime1">
              <a:rPr lang="en-US" smtClean="0"/>
              <a:t>4/1/2024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BD1AAC2-0A91-4116-AD63-6FE9B6DC73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525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44B8C45-9808-462B-8E85-382A4A9BCFF5}"/>
              </a:ext>
            </a:extLst>
          </p:cNvPr>
          <p:cNvSpPr/>
          <p:nvPr/>
        </p:nvSpPr>
        <p:spPr bwMode="auto">
          <a:xfrm>
            <a:off x="2896832" y="5134739"/>
            <a:ext cx="3326208" cy="955518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Vector Unit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22A266-EAC1-4ED9-B2A2-C94B6B39F6C4}"/>
              </a:ext>
            </a:extLst>
          </p:cNvPr>
          <p:cNvSpPr/>
          <p:nvPr/>
        </p:nvSpPr>
        <p:spPr bwMode="auto">
          <a:xfrm>
            <a:off x="1666481" y="3732870"/>
            <a:ext cx="1018478" cy="88094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B03F8D-1BDA-465D-904C-D4331FD124DF}"/>
              </a:ext>
            </a:extLst>
          </p:cNvPr>
          <p:cNvSpPr/>
          <p:nvPr/>
        </p:nvSpPr>
        <p:spPr bwMode="auto">
          <a:xfrm>
            <a:off x="2896832" y="3732870"/>
            <a:ext cx="1018478" cy="88094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D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13275A-6422-4377-9387-107FFEEF4DFC}"/>
              </a:ext>
            </a:extLst>
          </p:cNvPr>
          <p:cNvSpPr/>
          <p:nvPr/>
        </p:nvSpPr>
        <p:spPr bwMode="auto">
          <a:xfrm>
            <a:off x="4228116" y="3732870"/>
            <a:ext cx="1018478" cy="88094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292AC2-80CB-4FEE-885C-C01717AFA77F}"/>
              </a:ext>
            </a:extLst>
          </p:cNvPr>
          <p:cNvSpPr/>
          <p:nvPr/>
        </p:nvSpPr>
        <p:spPr bwMode="auto">
          <a:xfrm>
            <a:off x="5508934" y="3732870"/>
            <a:ext cx="1018478" cy="88094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7B3C15-BE56-496B-940B-4A9881FE3B15}"/>
              </a:ext>
            </a:extLst>
          </p:cNvPr>
          <p:cNvSpPr/>
          <p:nvPr/>
        </p:nvSpPr>
        <p:spPr bwMode="auto">
          <a:xfrm>
            <a:off x="1904374" y="2810106"/>
            <a:ext cx="498088" cy="3902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pc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4F931C-E8A7-425F-9ECB-E1FF689BD192}"/>
              </a:ext>
            </a:extLst>
          </p:cNvPr>
          <p:cNvSpPr/>
          <p:nvPr/>
        </p:nvSpPr>
        <p:spPr bwMode="auto">
          <a:xfrm>
            <a:off x="1904374" y="2328281"/>
            <a:ext cx="944136" cy="3902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epoch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447411-9041-4AA1-B174-BB8E28DE20EB}"/>
              </a:ext>
            </a:extLst>
          </p:cNvPr>
          <p:cNvSpPr/>
          <p:nvPr/>
        </p:nvSpPr>
        <p:spPr bwMode="auto">
          <a:xfrm>
            <a:off x="3789501" y="2810106"/>
            <a:ext cx="2545624" cy="3902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Register file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6B2FAC-72B2-4437-96C5-2C9C7127046E}"/>
              </a:ext>
            </a:extLst>
          </p:cNvPr>
          <p:cNvSpPr/>
          <p:nvPr/>
        </p:nvSpPr>
        <p:spPr bwMode="auto">
          <a:xfrm>
            <a:off x="3789501" y="3271488"/>
            <a:ext cx="2545624" cy="3902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scoreboard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533A0D-AEF5-4A40-B03C-E5B10C3818DE}"/>
              </a:ext>
            </a:extLst>
          </p:cNvPr>
          <p:cNvSpPr/>
          <p:nvPr/>
        </p:nvSpPr>
        <p:spPr bwMode="auto">
          <a:xfrm>
            <a:off x="4722587" y="5322102"/>
            <a:ext cx="1439738" cy="677668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sz="1600" dirty="0">
                <a:latin typeface="Verdana" pitchFamily="34" charset="0"/>
              </a:rPr>
              <a:t>Vector Register file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F7E86E-5BA1-48E8-82F3-9916B0C252A0}"/>
              </a:ext>
            </a:extLst>
          </p:cNvPr>
          <p:cNvCxnSpPr>
            <a:cxnSpLocks/>
            <a:stCxn id="25" idx="2"/>
          </p:cNvCxnSpPr>
          <p:nvPr/>
        </p:nvCxnSpPr>
        <p:spPr bwMode="auto">
          <a:xfrm>
            <a:off x="3406071" y="4613816"/>
            <a:ext cx="325870" cy="520924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7B6B731-D732-4907-97A9-51F4230EDC98}"/>
              </a:ext>
            </a:extLst>
          </p:cNvPr>
          <p:cNvCxnSpPr>
            <a:cxnSpLocks/>
            <a:endCxn id="27" idx="2"/>
          </p:cNvCxnSpPr>
          <p:nvPr/>
        </p:nvCxnSpPr>
        <p:spPr bwMode="auto">
          <a:xfrm flipV="1">
            <a:off x="5196665" y="4613816"/>
            <a:ext cx="821508" cy="520922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2FDC727-B7B1-431B-91A4-AA78C567A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0" y="304800"/>
            <a:ext cx="9239916" cy="1143000"/>
          </a:xfrm>
        </p:spPr>
        <p:txBody>
          <a:bodyPr/>
          <a:lstStyle/>
          <a:p>
            <a:r>
              <a:rPr lang="en-US" dirty="0"/>
              <a:t>An ignored danger on this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96832-93A2-467A-A736-250C52D7F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75993-47BC-4394-ABDD-0037977C8C87}" type="datetime1">
              <a:rPr lang="en-US" smtClean="0"/>
              <a:t>4/1/2024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76919C6-BF8D-4A22-BDE5-E8CF736162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33993" y="3994394"/>
            <a:ext cx="251919" cy="2603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3BF994-C086-43BE-9222-2882E4773798}"/>
              </a:ext>
            </a:extLst>
          </p:cNvPr>
          <p:cNvSpPr txBox="1"/>
          <p:nvPr/>
        </p:nvSpPr>
        <p:spPr>
          <a:xfrm>
            <a:off x="3634398" y="4281113"/>
            <a:ext cx="888000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9C27B0"/>
                </a:solidFill>
              </a:rPr>
              <a:t>branch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90E85CA-0B2E-420A-B6C7-17FE1FAFFF37}"/>
              </a:ext>
            </a:extLst>
          </p:cNvPr>
          <p:cNvGrpSpPr/>
          <p:nvPr/>
        </p:nvGrpSpPr>
        <p:grpSpPr>
          <a:xfrm>
            <a:off x="3635264" y="5481586"/>
            <a:ext cx="308473" cy="412173"/>
            <a:chOff x="2184831" y="3610368"/>
            <a:chExt cx="2163895" cy="2891337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3DCA3FFE-C409-4B83-B59A-D025FC3EF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184831" y="3610368"/>
              <a:ext cx="1717349" cy="276558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5D88D68D-BD1F-4C8D-9C25-8927ECE51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408104" y="3686036"/>
              <a:ext cx="1717349" cy="276558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7FBC237F-47E8-4EFD-A3DB-AD1D940D7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31377" y="3736125"/>
              <a:ext cx="1717349" cy="276558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801C55B-0D0B-4605-B1E0-D818A2107D66}"/>
              </a:ext>
            </a:extLst>
          </p:cNvPr>
          <p:cNvSpPr txBox="1"/>
          <p:nvPr/>
        </p:nvSpPr>
        <p:spPr>
          <a:xfrm>
            <a:off x="3298617" y="5873997"/>
            <a:ext cx="865109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3F51B5"/>
                </a:solidFill>
              </a:rPr>
              <a:t>vadd</a:t>
            </a:r>
            <a:endParaRPr lang="en-US" sz="1600" dirty="0">
              <a:solidFill>
                <a:srgbClr val="3F51B5"/>
              </a:solidFill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CC1046C-596D-4FCC-B7C5-9C27C7263D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282366" y="4004059"/>
            <a:ext cx="251919" cy="26030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BF8899D-95BB-4385-B7B3-670FA717B15F}"/>
              </a:ext>
            </a:extLst>
          </p:cNvPr>
          <p:cNvSpPr txBox="1"/>
          <p:nvPr/>
        </p:nvSpPr>
        <p:spPr>
          <a:xfrm>
            <a:off x="5086912" y="4267127"/>
            <a:ext cx="61747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9C27B0"/>
                </a:solidFill>
              </a:rPr>
              <a:t>load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C700114-CFD6-47A4-BD0F-DB6D97A90D0D}"/>
              </a:ext>
            </a:extLst>
          </p:cNvPr>
          <p:cNvSpPr txBox="1"/>
          <p:nvPr/>
        </p:nvSpPr>
        <p:spPr>
          <a:xfrm>
            <a:off x="3969834" y="1665249"/>
            <a:ext cx="42300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need to avoid accidentally overwriting a vector register on a branch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235F8-8AE5-4975-B51C-815FAF8A04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70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44B8C45-9808-462B-8E85-382A4A9BCFF5}"/>
              </a:ext>
            </a:extLst>
          </p:cNvPr>
          <p:cNvSpPr/>
          <p:nvPr/>
        </p:nvSpPr>
        <p:spPr bwMode="auto">
          <a:xfrm>
            <a:off x="2896832" y="5134739"/>
            <a:ext cx="3326208" cy="955518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Vector Unit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22A266-EAC1-4ED9-B2A2-C94B6B39F6C4}"/>
              </a:ext>
            </a:extLst>
          </p:cNvPr>
          <p:cNvSpPr/>
          <p:nvPr/>
        </p:nvSpPr>
        <p:spPr bwMode="auto">
          <a:xfrm>
            <a:off x="1666481" y="3732870"/>
            <a:ext cx="1018478" cy="88094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B03F8D-1BDA-465D-904C-D4331FD124DF}"/>
              </a:ext>
            </a:extLst>
          </p:cNvPr>
          <p:cNvSpPr/>
          <p:nvPr/>
        </p:nvSpPr>
        <p:spPr bwMode="auto">
          <a:xfrm>
            <a:off x="2896832" y="3732870"/>
            <a:ext cx="1018478" cy="88094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D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13275A-6422-4377-9387-107FFEEF4DFC}"/>
              </a:ext>
            </a:extLst>
          </p:cNvPr>
          <p:cNvSpPr/>
          <p:nvPr/>
        </p:nvSpPr>
        <p:spPr bwMode="auto">
          <a:xfrm>
            <a:off x="4228116" y="3732870"/>
            <a:ext cx="1018478" cy="88094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292AC2-80CB-4FEE-885C-C01717AFA77F}"/>
              </a:ext>
            </a:extLst>
          </p:cNvPr>
          <p:cNvSpPr/>
          <p:nvPr/>
        </p:nvSpPr>
        <p:spPr bwMode="auto">
          <a:xfrm>
            <a:off x="5508934" y="3732870"/>
            <a:ext cx="1018478" cy="88094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7B3C15-BE56-496B-940B-4A9881FE3B15}"/>
              </a:ext>
            </a:extLst>
          </p:cNvPr>
          <p:cNvSpPr/>
          <p:nvPr/>
        </p:nvSpPr>
        <p:spPr bwMode="auto">
          <a:xfrm>
            <a:off x="1904374" y="2810106"/>
            <a:ext cx="498088" cy="3902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pc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4F931C-E8A7-425F-9ECB-E1FF689BD192}"/>
              </a:ext>
            </a:extLst>
          </p:cNvPr>
          <p:cNvSpPr/>
          <p:nvPr/>
        </p:nvSpPr>
        <p:spPr bwMode="auto">
          <a:xfrm>
            <a:off x="1904374" y="2328281"/>
            <a:ext cx="944136" cy="3902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epoch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447411-9041-4AA1-B174-BB8E28DE20EB}"/>
              </a:ext>
            </a:extLst>
          </p:cNvPr>
          <p:cNvSpPr/>
          <p:nvPr/>
        </p:nvSpPr>
        <p:spPr bwMode="auto">
          <a:xfrm>
            <a:off x="3789501" y="2810106"/>
            <a:ext cx="2545624" cy="3902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Register file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6B2FAC-72B2-4437-96C5-2C9C7127046E}"/>
              </a:ext>
            </a:extLst>
          </p:cNvPr>
          <p:cNvSpPr/>
          <p:nvPr/>
        </p:nvSpPr>
        <p:spPr bwMode="auto">
          <a:xfrm>
            <a:off x="3789501" y="3271488"/>
            <a:ext cx="2545624" cy="39029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dirty="0">
                <a:latin typeface="Verdana" pitchFamily="34" charset="0"/>
              </a:rPr>
              <a:t>scoreboard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533A0D-AEF5-4A40-B03C-E5B10C3818DE}"/>
              </a:ext>
            </a:extLst>
          </p:cNvPr>
          <p:cNvSpPr/>
          <p:nvPr/>
        </p:nvSpPr>
        <p:spPr bwMode="auto">
          <a:xfrm>
            <a:off x="4722587" y="5322102"/>
            <a:ext cx="1439738" cy="677668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5000"/>
              </a:spcBef>
              <a:spcAft>
                <a:spcPct val="0"/>
              </a:spcAft>
              <a:buClr>
                <a:schemeClr val="bg1"/>
              </a:buClr>
              <a:buSzPct val="100000"/>
              <a:buNone/>
              <a:tabLst/>
            </a:pPr>
            <a:r>
              <a:rPr lang="en-US" sz="1600" dirty="0">
                <a:latin typeface="Verdana" pitchFamily="34" charset="0"/>
              </a:rPr>
              <a:t>Vector Register file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F7E86E-5BA1-48E8-82F3-9916B0C252A0}"/>
              </a:ext>
            </a:extLst>
          </p:cNvPr>
          <p:cNvCxnSpPr>
            <a:cxnSpLocks/>
            <a:stCxn id="25" idx="2"/>
          </p:cNvCxnSpPr>
          <p:nvPr/>
        </p:nvCxnSpPr>
        <p:spPr bwMode="auto">
          <a:xfrm>
            <a:off x="3406071" y="4613816"/>
            <a:ext cx="325870" cy="520924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7B6B731-D732-4907-97A9-51F4230EDC98}"/>
              </a:ext>
            </a:extLst>
          </p:cNvPr>
          <p:cNvCxnSpPr>
            <a:cxnSpLocks/>
            <a:endCxn id="27" idx="2"/>
          </p:cNvCxnSpPr>
          <p:nvPr/>
        </p:nvCxnSpPr>
        <p:spPr bwMode="auto">
          <a:xfrm flipV="1">
            <a:off x="5196665" y="4613816"/>
            <a:ext cx="821508" cy="520922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2FDC727-B7B1-431B-91A4-AA78C567A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0" y="304800"/>
            <a:ext cx="9239916" cy="1143000"/>
          </a:xfrm>
        </p:spPr>
        <p:txBody>
          <a:bodyPr/>
          <a:lstStyle/>
          <a:p>
            <a:r>
              <a:rPr lang="en-US" dirty="0"/>
              <a:t>An ignored danger on this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96832-93A2-467A-A736-250C52D7F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C60917-CD1E-4F10-B174-00A87AC2A8BC}" type="datetime1">
              <a:rPr lang="en-US" smtClean="0"/>
              <a:t>4/1/2024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76919C6-BF8D-4A22-BDE5-E8CF736162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33993" y="3994394"/>
            <a:ext cx="251919" cy="2603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3BF994-C086-43BE-9222-2882E4773798}"/>
              </a:ext>
            </a:extLst>
          </p:cNvPr>
          <p:cNvSpPr txBox="1"/>
          <p:nvPr/>
        </p:nvSpPr>
        <p:spPr>
          <a:xfrm>
            <a:off x="3634398" y="4281113"/>
            <a:ext cx="888000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9C27B0"/>
                </a:solidFill>
              </a:rPr>
              <a:t>branch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90E85CA-0B2E-420A-B6C7-17FE1FAFFF37}"/>
              </a:ext>
            </a:extLst>
          </p:cNvPr>
          <p:cNvGrpSpPr/>
          <p:nvPr/>
        </p:nvGrpSpPr>
        <p:grpSpPr>
          <a:xfrm>
            <a:off x="3635264" y="5481586"/>
            <a:ext cx="308473" cy="412173"/>
            <a:chOff x="2184831" y="3610368"/>
            <a:chExt cx="2163895" cy="2891337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3DCA3FFE-C409-4B83-B59A-D025FC3EF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184831" y="3610368"/>
              <a:ext cx="1717349" cy="2765580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5D88D68D-BD1F-4C8D-9C25-8927ECE51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408104" y="3686036"/>
              <a:ext cx="1717349" cy="276558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7FBC237F-47E8-4EFD-A3DB-AD1D940D7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2631377" y="3736125"/>
              <a:ext cx="1717349" cy="276558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801C55B-0D0B-4605-B1E0-D818A2107D66}"/>
              </a:ext>
            </a:extLst>
          </p:cNvPr>
          <p:cNvSpPr txBox="1"/>
          <p:nvPr/>
        </p:nvSpPr>
        <p:spPr>
          <a:xfrm>
            <a:off x="3298617" y="5873997"/>
            <a:ext cx="865109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3F51B5"/>
                </a:solidFill>
              </a:rPr>
              <a:t>vadd</a:t>
            </a:r>
            <a:endParaRPr lang="en-US" sz="1600" dirty="0">
              <a:solidFill>
                <a:srgbClr val="3F51B5"/>
              </a:solidFill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CC1046C-596D-4FCC-B7C5-9C27C7263D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282366" y="4004059"/>
            <a:ext cx="251919" cy="26030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BF8899D-95BB-4385-B7B3-670FA717B15F}"/>
              </a:ext>
            </a:extLst>
          </p:cNvPr>
          <p:cNvSpPr txBox="1"/>
          <p:nvPr/>
        </p:nvSpPr>
        <p:spPr>
          <a:xfrm>
            <a:off x="5069026" y="4264365"/>
            <a:ext cx="617477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9C27B0"/>
                </a:solidFill>
              </a:rPr>
              <a:t>load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F01824-A9BD-4E6C-BD23-CEBDDC6BA034}"/>
              </a:ext>
            </a:extLst>
          </p:cNvPr>
          <p:cNvSpPr txBox="1"/>
          <p:nvPr/>
        </p:nvSpPr>
        <p:spPr>
          <a:xfrm>
            <a:off x="2284610" y="6102549"/>
            <a:ext cx="224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misprediction!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F7490A-DDB2-4051-B9C2-21BFC462CFA8}"/>
              </a:ext>
            </a:extLst>
          </p:cNvPr>
          <p:cNvSpPr txBox="1"/>
          <p:nvPr/>
        </p:nvSpPr>
        <p:spPr>
          <a:xfrm>
            <a:off x="3479612" y="1599938"/>
            <a:ext cx="4857609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/>
              <a:t>Cheap solution: do not emit vector if there is a branch ahead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55A6BF-CFD7-4301-BC48-266CCEE892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8403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3C41A-DA02-4B2B-A8A5-DB2AF3E01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1143000"/>
          </a:xfrm>
        </p:spPr>
        <p:txBody>
          <a:bodyPr/>
          <a:lstStyle/>
          <a:p>
            <a:r>
              <a:rPr lang="en-US" dirty="0"/>
              <a:t>One last “detail”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0D7C-D6DD-48A6-9016-875C74753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move values between </a:t>
            </a:r>
            <a:r>
              <a:rPr lang="en-US" dirty="0" err="1"/>
              <a:t>vrf</a:t>
            </a:r>
            <a:r>
              <a:rPr lang="en-US" dirty="0"/>
              <a:t> and rf:</a:t>
            </a:r>
          </a:p>
          <a:p>
            <a:pPr lvl="1"/>
            <a:r>
              <a:rPr lang="en-US" dirty="0"/>
              <a:t>Standard register -&gt; Vector register</a:t>
            </a:r>
          </a:p>
          <a:p>
            <a:pPr lvl="1"/>
            <a:r>
              <a:rPr lang="en-US" dirty="0"/>
              <a:t>Vector -&gt; Standard register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0C2B0-8906-45B6-B60F-93CEB17EC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400EF54-61BA-4B76-928F-B14E4F8BF886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10B05D-3E01-48DE-AC27-520AD65284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14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1A5E-FB05-4A2B-A819-52D6E8441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RISCV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C9E59-F7C8-421F-BD62-F46A8C9D4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RISCV vector instruction might sound quite different from MMX</a:t>
            </a:r>
          </a:p>
          <a:p>
            <a:pPr lvl="1"/>
            <a:r>
              <a:rPr lang="en-US" sz="2400" dirty="0"/>
              <a:t>Vector registers don’t have ISA-fixed length</a:t>
            </a:r>
          </a:p>
          <a:p>
            <a:pPr lvl="1"/>
            <a:r>
              <a:rPr lang="en-US" sz="2400" dirty="0" err="1"/>
              <a:t>vadd</a:t>
            </a:r>
            <a:r>
              <a:rPr lang="en-US" sz="2400" dirty="0"/>
              <a:t> does not carry the size of the elements</a:t>
            </a:r>
          </a:p>
          <a:p>
            <a:r>
              <a:rPr lang="en-US" sz="2800" dirty="0"/>
              <a:t>All this is configurations with CSRs</a:t>
            </a:r>
          </a:p>
          <a:p>
            <a:r>
              <a:rPr lang="en-US" sz="2800" dirty="0"/>
              <a:t>Collection of RISC-V extensions listed in the ISA specs</a:t>
            </a:r>
          </a:p>
          <a:p>
            <a:pPr marL="0" indent="0">
              <a:buNone/>
            </a:pPr>
            <a:r>
              <a:rPr lang="en-US" sz="1800" dirty="0">
                <a:hlinkClick r:id="rId2"/>
              </a:rPr>
              <a:t>https://riscv.org/technical/specifications/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https://github.com/riscv/riscv-v-spec/blob/master/v-spec.adoc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E19CF-95D1-4CE9-902A-0FDA2BF0C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18574F-8CCD-439C-9CA3-133CC9CD6306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1050AC-83B8-4221-8F2B-8A31E89717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02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FABB3D9-DAA6-497F-A0A6-8696398217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MMX is too limited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B8D8ABA-465B-4C07-B116-6DF5337C6D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Modern and old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4FBEB-FABA-4B95-AC0A-D0958E3A508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ABE1E37-370C-4FE3-B621-85861C1A75FB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FFDD00-D695-40DD-8C8D-8B43F7C8FF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  <a:fld id="{E106E5FE-2B70-4D48-BE0C-1D2745C5F17A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736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5D5B-22DB-83A4-56D8-7895C24E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 - v2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2AA2E-CF42-4097-EC4F-E8BEBEBBA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911" y="1905000"/>
            <a:ext cx="7910689" cy="4114800"/>
          </a:xfrm>
        </p:spPr>
        <p:txBody>
          <a:bodyPr/>
          <a:lstStyle/>
          <a:p>
            <a:r>
              <a:rPr lang="en-US" dirty="0"/>
              <a:t>We have one matrix of 4x16 elements (</a:t>
            </a:r>
            <a:r>
              <a:rPr lang="en-US" u="sng" dirty="0"/>
              <a:t>each 1 byte</a:t>
            </a:r>
            <a:r>
              <a:rPr lang="en-US" dirty="0"/>
              <a:t>), we want to compute </a:t>
            </a:r>
            <a:r>
              <a:rPr lang="en-US" b="1" dirty="0"/>
              <a:t>the sum </a:t>
            </a:r>
            <a:r>
              <a:rPr lang="en-US" dirty="0"/>
              <a:t>of the elements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1. Compute the 4 sums of the columns using previous code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2. Finish by summing the 4 elements of the resulting vector</a:t>
            </a:r>
          </a:p>
          <a:p>
            <a:pPr lvl="3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35455-4012-2883-CAD9-9BDDF3B7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6B6CB5-F890-4C09-AC83-926F2A671252}" type="datetime1">
              <a:rPr lang="en-US" smtClean="0"/>
              <a:t>4/1/2024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8A738C-3C96-456B-A948-388ECE3B5875}"/>
              </a:ext>
            </a:extLst>
          </p:cNvPr>
          <p:cNvSpPr txBox="1"/>
          <p:nvPr/>
        </p:nvSpPr>
        <p:spPr>
          <a:xfrm>
            <a:off x="3002845" y="5835134"/>
            <a:ext cx="2752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How to do step 2?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24C1F0-2DF6-498C-B82E-0DB22DD30F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5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880C-DF18-4AA9-8EA2-516B49902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lab1a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10586C0-D272-4366-965F-F876D6CFA8B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39426" y="1615221"/>
          <a:ext cx="7772396" cy="37084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943099">
                  <a:extLst>
                    <a:ext uri="{9D8B030D-6E8A-4147-A177-3AD203B41FA5}">
                      <a16:colId xmlns:a16="http://schemas.microsoft.com/office/drawing/2014/main" val="3085218147"/>
                    </a:ext>
                  </a:extLst>
                </a:gridCol>
                <a:gridCol w="1943099">
                  <a:extLst>
                    <a:ext uri="{9D8B030D-6E8A-4147-A177-3AD203B41FA5}">
                      <a16:colId xmlns:a16="http://schemas.microsoft.com/office/drawing/2014/main" val="4070815437"/>
                    </a:ext>
                  </a:extLst>
                </a:gridCol>
                <a:gridCol w="1943099">
                  <a:extLst>
                    <a:ext uri="{9D8B030D-6E8A-4147-A177-3AD203B41FA5}">
                      <a16:colId xmlns:a16="http://schemas.microsoft.com/office/drawing/2014/main" val="1565047092"/>
                    </a:ext>
                  </a:extLst>
                </a:gridCol>
                <a:gridCol w="1943099">
                  <a:extLst>
                    <a:ext uri="{9D8B030D-6E8A-4147-A177-3AD203B41FA5}">
                      <a16:colId xmlns:a16="http://schemas.microsoft.com/office/drawing/2014/main" val="1548186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92384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A1608-6E1A-4E65-A12A-24AFB97D1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B92419-6089-4211-B862-D3FB708DEF3A}" type="datetime1">
              <a:rPr lang="en-US" smtClean="0"/>
              <a:t>4/1/2024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45C61FF-9564-4EBE-A02A-973D6A408841}"/>
              </a:ext>
            </a:extLst>
          </p:cNvPr>
          <p:cNvGraphicFramePr>
            <a:graphicFrameLocks/>
          </p:cNvGraphicFramePr>
          <p:nvPr/>
        </p:nvGraphicFramePr>
        <p:xfrm>
          <a:off x="739426" y="2953801"/>
          <a:ext cx="7772396" cy="37084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943099">
                  <a:extLst>
                    <a:ext uri="{9D8B030D-6E8A-4147-A177-3AD203B41FA5}">
                      <a16:colId xmlns:a16="http://schemas.microsoft.com/office/drawing/2014/main" val="3085218147"/>
                    </a:ext>
                  </a:extLst>
                </a:gridCol>
                <a:gridCol w="1943099">
                  <a:extLst>
                    <a:ext uri="{9D8B030D-6E8A-4147-A177-3AD203B41FA5}">
                      <a16:colId xmlns:a16="http://schemas.microsoft.com/office/drawing/2014/main" val="4070815437"/>
                    </a:ext>
                  </a:extLst>
                </a:gridCol>
                <a:gridCol w="1943099">
                  <a:extLst>
                    <a:ext uri="{9D8B030D-6E8A-4147-A177-3AD203B41FA5}">
                      <a16:colId xmlns:a16="http://schemas.microsoft.com/office/drawing/2014/main" val="1565047092"/>
                    </a:ext>
                  </a:extLst>
                </a:gridCol>
                <a:gridCol w="1943099">
                  <a:extLst>
                    <a:ext uri="{9D8B030D-6E8A-4147-A177-3AD203B41FA5}">
                      <a16:colId xmlns:a16="http://schemas.microsoft.com/office/drawing/2014/main" val="1548186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92384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13BDD6-3950-4408-97CF-3587884CC614}"/>
              </a:ext>
            </a:extLst>
          </p:cNvPr>
          <p:cNvCxnSpPr>
            <a:cxnSpLocks/>
          </p:cNvCxnSpPr>
          <p:nvPr/>
        </p:nvCxnSpPr>
        <p:spPr bwMode="auto">
          <a:xfrm flipH="1">
            <a:off x="1806226" y="2091612"/>
            <a:ext cx="1831622" cy="756638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8F3619-16D4-45D8-B0DC-7DDE873A365B}"/>
              </a:ext>
            </a:extLst>
          </p:cNvPr>
          <p:cNvCxnSpPr>
            <a:cxnSpLocks/>
          </p:cNvCxnSpPr>
          <p:nvPr/>
        </p:nvCxnSpPr>
        <p:spPr bwMode="auto">
          <a:xfrm flipH="1">
            <a:off x="3536248" y="2125761"/>
            <a:ext cx="2020711" cy="722489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BE4D077-08D1-4812-BEB4-66E912B90DC0}"/>
              </a:ext>
            </a:extLst>
          </p:cNvPr>
          <p:cNvCxnSpPr>
            <a:cxnSpLocks/>
          </p:cNvCxnSpPr>
          <p:nvPr/>
        </p:nvCxnSpPr>
        <p:spPr bwMode="auto">
          <a:xfrm flipH="1">
            <a:off x="5731937" y="2082016"/>
            <a:ext cx="2020711" cy="722489"/>
          </a:xfrm>
          <a:prstGeom prst="straightConnector1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67DC9E-C951-44D2-A9E7-CBF1C35F86B5}"/>
              </a:ext>
            </a:extLst>
          </p:cNvPr>
          <p:cNvSpPr txBox="1"/>
          <p:nvPr/>
        </p:nvSpPr>
        <p:spPr>
          <a:xfrm>
            <a:off x="2288822" y="3485986"/>
            <a:ext cx="4413956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 err="1"/>
              <a:t>shufflel</a:t>
            </a:r>
            <a:r>
              <a:rPr lang="en-US" dirty="0"/>
              <a:t> </a:t>
            </a:r>
            <a:r>
              <a:rPr lang="en-US" dirty="0" err="1"/>
              <a:t>vra</a:t>
            </a:r>
            <a:r>
              <a:rPr lang="en-US" dirty="0"/>
              <a:t> </a:t>
            </a:r>
            <a:r>
              <a:rPr lang="en-US" dirty="0" err="1"/>
              <a:t>vrb</a:t>
            </a:r>
            <a:r>
              <a:rPr lang="en-US" dirty="0"/>
              <a:t> i := </a:t>
            </a:r>
          </a:p>
          <a:p>
            <a:pPr>
              <a:buNone/>
            </a:pPr>
            <a:r>
              <a:rPr lang="en-US" dirty="0"/>
              <a:t>		“</a:t>
            </a:r>
            <a:r>
              <a:rPr lang="en-US" dirty="0" err="1"/>
              <a:t>vra</a:t>
            </a:r>
            <a:r>
              <a:rPr lang="en-US" dirty="0"/>
              <a:t> = </a:t>
            </a:r>
            <a:r>
              <a:rPr lang="en-US" dirty="0" err="1"/>
              <a:t>vrb</a:t>
            </a:r>
            <a:r>
              <a:rPr lang="en-US" dirty="0"/>
              <a:t> &lt;&lt; i”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073C4D-CEC4-4627-BE64-060633AB36B7}"/>
              </a:ext>
            </a:extLst>
          </p:cNvPr>
          <p:cNvSpPr txBox="1"/>
          <p:nvPr/>
        </p:nvSpPr>
        <p:spPr>
          <a:xfrm>
            <a:off x="716138" y="4140033"/>
            <a:ext cx="7559323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// Want to reduce vr1 [</a:t>
            </a:r>
            <a:r>
              <a:rPr lang="en-US" dirty="0" err="1">
                <a:latin typeface="Consolas" panose="020B0609020204030204" pitchFamily="49" charset="0"/>
              </a:rPr>
              <a:t>a,b,c,d</a:t>
            </a:r>
            <a:r>
              <a:rPr lang="en-US" dirty="0"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dirty="0" err="1">
                <a:latin typeface="Consolas" panose="020B0609020204030204" pitchFamily="49" charset="0"/>
              </a:rPr>
              <a:t>shufflel</a:t>
            </a:r>
            <a:r>
              <a:rPr lang="en-US" dirty="0">
                <a:latin typeface="Consolas" panose="020B0609020204030204" pitchFamily="49" charset="0"/>
              </a:rPr>
              <a:t> vr2 vr1 1</a:t>
            </a:r>
          </a:p>
          <a:p>
            <a:pPr>
              <a:buNone/>
            </a:pPr>
            <a:r>
              <a:rPr lang="en-US" dirty="0" err="1">
                <a:latin typeface="Consolas" panose="020B0609020204030204" pitchFamily="49" charset="0"/>
              </a:rPr>
              <a:t>vadd</a:t>
            </a:r>
            <a:r>
              <a:rPr lang="en-US" dirty="0">
                <a:latin typeface="Consolas" panose="020B0609020204030204" pitchFamily="49" charset="0"/>
              </a:rPr>
              <a:t> vr1 </a:t>
            </a:r>
            <a:r>
              <a:rPr lang="en-US" dirty="0" err="1">
                <a:latin typeface="Consolas" panose="020B0609020204030204" pitchFamily="49" charset="0"/>
              </a:rPr>
              <a:t>vr1</a:t>
            </a:r>
            <a:r>
              <a:rPr lang="en-US" dirty="0">
                <a:latin typeface="Consolas" panose="020B0609020204030204" pitchFamily="49" charset="0"/>
              </a:rPr>
              <a:t> vr2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// vr1 = [</a:t>
            </a:r>
            <a:r>
              <a:rPr lang="en-US" dirty="0" err="1">
                <a:latin typeface="Consolas" panose="020B0609020204030204" pitchFamily="49" charset="0"/>
              </a:rPr>
              <a:t>a+b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b+c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c+d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d+a</a:t>
            </a:r>
            <a:r>
              <a:rPr lang="en-US" dirty="0">
                <a:latin typeface="Consolas" panose="020B0609020204030204" pitchFamily="49" charset="0"/>
              </a:rPr>
              <a:t>]</a:t>
            </a:r>
          </a:p>
          <a:p>
            <a:pPr>
              <a:buNone/>
            </a:pPr>
            <a:r>
              <a:rPr lang="en-US" dirty="0" err="1">
                <a:latin typeface="Consolas" panose="020B0609020204030204" pitchFamily="49" charset="0"/>
              </a:rPr>
              <a:t>shufflel</a:t>
            </a:r>
            <a:r>
              <a:rPr lang="en-US" dirty="0">
                <a:latin typeface="Consolas" panose="020B0609020204030204" pitchFamily="49" charset="0"/>
              </a:rPr>
              <a:t> vr2 vr1 2</a:t>
            </a:r>
          </a:p>
          <a:p>
            <a:pPr>
              <a:buNone/>
            </a:pPr>
            <a:r>
              <a:rPr lang="en-US" dirty="0" err="1">
                <a:latin typeface="Consolas" panose="020B0609020204030204" pitchFamily="49" charset="0"/>
              </a:rPr>
              <a:t>vadd</a:t>
            </a:r>
            <a:r>
              <a:rPr lang="en-US" dirty="0">
                <a:latin typeface="Consolas" panose="020B0609020204030204" pitchFamily="49" charset="0"/>
              </a:rPr>
              <a:t> vr1 </a:t>
            </a:r>
            <a:r>
              <a:rPr lang="en-US" dirty="0" err="1">
                <a:latin typeface="Consolas" panose="020B0609020204030204" pitchFamily="49" charset="0"/>
              </a:rPr>
              <a:t>vr1</a:t>
            </a:r>
            <a:r>
              <a:rPr lang="en-US" dirty="0">
                <a:latin typeface="Consolas" panose="020B0609020204030204" pitchFamily="49" charset="0"/>
              </a:rPr>
              <a:t> vr2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// vr1 = [a + b + c + d, b +c + d + a, … ]</a:t>
            </a:r>
          </a:p>
          <a:p>
            <a:pPr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FAAE20-F7B4-49F8-8F1D-256935755D56}"/>
              </a:ext>
            </a:extLst>
          </p:cNvPr>
          <p:cNvSpPr txBox="1"/>
          <p:nvPr/>
        </p:nvSpPr>
        <p:spPr>
          <a:xfrm>
            <a:off x="6408501" y="3533360"/>
            <a:ext cx="2688294" cy="253915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buNone/>
            </a:pPr>
            <a:endParaRPr lang="en-US" dirty="0"/>
          </a:p>
          <a:p>
            <a:pPr algn="ctr">
              <a:buNone/>
            </a:pPr>
            <a:r>
              <a:rPr lang="en-US" dirty="0"/>
              <a:t>Shifting/Shuffling is tremendously useful</a:t>
            </a:r>
          </a:p>
          <a:p>
            <a:pPr algn="ctr">
              <a:buNone/>
            </a:pPr>
            <a:r>
              <a:rPr lang="en-US" dirty="0"/>
              <a:t>to perform operation across vectors!</a:t>
            </a:r>
          </a:p>
          <a:p>
            <a:pPr algn="ctr">
              <a:buNone/>
            </a:pPr>
            <a:r>
              <a:rPr lang="en-US" dirty="0"/>
              <a:t>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1848B8-64EA-45B8-931B-3A685E02B1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30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5D5B-22DB-83A4-56D8-7895C24E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 – v3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2AA2E-CF42-4097-EC4F-E8BEBEBBA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4 </a:t>
            </a:r>
            <a:r>
              <a:rPr lang="en-US" b="1" dirty="0">
                <a:solidFill>
                  <a:srgbClr val="FF0000"/>
                </a:solidFill>
              </a:rPr>
              <a:t>rows</a:t>
            </a:r>
            <a:r>
              <a:rPr lang="en-US" dirty="0"/>
              <a:t> arrays of 16 elements (</a:t>
            </a:r>
            <a:r>
              <a:rPr lang="en-US" u="sng" dirty="0"/>
              <a:t>each 1 byte</a:t>
            </a:r>
            <a:r>
              <a:rPr lang="en-US" dirty="0"/>
              <a:t>), we want to compute the 4 sums of their elements: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For i in [0 ..3]: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For j in [0 .. 16]: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   sum[i] = sum[i] +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v[i][j]</a:t>
            </a:r>
            <a:r>
              <a:rPr lang="en-US" dirty="0">
                <a:solidFill>
                  <a:srgbClr val="40458C"/>
                </a:solidFill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lvl="3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35455-4012-2883-CAD9-9BDDF3B7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6CCBC6-9592-4DC9-9CC9-9B0B69EBB17C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ECAEB8-E68D-4537-AD53-347DB08828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836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5D5B-22DB-83A4-56D8-7895C24E9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8534400" cy="1143000"/>
          </a:xfrm>
        </p:spPr>
        <p:txBody>
          <a:bodyPr/>
          <a:lstStyle/>
          <a:p>
            <a:r>
              <a:rPr lang="en-US" dirty="0"/>
              <a:t>Vectors in memory: Layout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2AA2E-CF42-4097-EC4F-E8BEBEBBA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616" y="1295113"/>
            <a:ext cx="7772400" cy="4114800"/>
          </a:xfrm>
        </p:spPr>
        <p:txBody>
          <a:bodyPr/>
          <a:lstStyle/>
          <a:p>
            <a:pPr marL="457200" lvl="1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lvl="3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35455-4012-2883-CAD9-9BDDF3B7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B43A06-2FEE-49CF-AECC-8B05475492A8}" type="datetime1">
              <a:rPr lang="en-US" smtClean="0"/>
              <a:t>4/1/2024</a:t>
            </a:fld>
            <a:endParaRPr lang="en-US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E6AEA10-C289-40D9-BD34-3A27F8B76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249346"/>
              </p:ext>
            </p:extLst>
          </p:nvPr>
        </p:nvGraphicFramePr>
        <p:xfrm>
          <a:off x="1170710" y="1588368"/>
          <a:ext cx="2576944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944">
                  <a:extLst>
                    <a:ext uri="{9D8B030D-6E8A-4147-A177-3AD203B41FA5}">
                      <a16:colId xmlns:a16="http://schemas.microsoft.com/office/drawing/2014/main" val="3572155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“Rows”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795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v[0][0]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008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v[0][1]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36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v[0][2]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959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v[0][3]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568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v[1][0]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912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v[1][1]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34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371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v[16][3]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726974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60634AE0-578A-4ED6-961D-086B3C61E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462577"/>
              </p:ext>
            </p:extLst>
          </p:nvPr>
        </p:nvGraphicFramePr>
        <p:xfrm>
          <a:off x="5942001" y="1588368"/>
          <a:ext cx="259399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3997">
                  <a:extLst>
                    <a:ext uri="{9D8B030D-6E8A-4147-A177-3AD203B41FA5}">
                      <a16:colId xmlns:a16="http://schemas.microsoft.com/office/drawing/2014/main" val="3572155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“Column”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795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v[0][0]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008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v[0][1]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36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v[0][2]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959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568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v[0][15]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912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v[1][0]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34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371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V[3][15]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61591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E9EEC8D-6CEE-4BB4-BA5A-A3D8F34796CA}"/>
              </a:ext>
            </a:extLst>
          </p:cNvPr>
          <p:cNvSpPr txBox="1"/>
          <p:nvPr/>
        </p:nvSpPr>
        <p:spPr>
          <a:xfrm>
            <a:off x="13946" y="2010096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 </a:t>
            </a:r>
            <a:r>
              <a:rPr lang="en-US" dirty="0" err="1"/>
              <a:t>addr</a:t>
            </a:r>
            <a:r>
              <a:rPr lang="en-US" dirty="0"/>
              <a:t>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9ED8FE-B79A-40CB-BD52-BF230738E2FD}"/>
              </a:ext>
            </a:extLst>
          </p:cNvPr>
          <p:cNvSpPr txBox="1"/>
          <p:nvPr/>
        </p:nvSpPr>
        <p:spPr>
          <a:xfrm>
            <a:off x="42455" y="2373245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 </a:t>
            </a:r>
            <a:r>
              <a:rPr lang="en-US" dirty="0" err="1"/>
              <a:t>addr</a:t>
            </a:r>
            <a:r>
              <a:rPr lang="en-US" dirty="0"/>
              <a:t>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9D954E-1182-45D9-A82C-C19E2D945230}"/>
              </a:ext>
            </a:extLst>
          </p:cNvPr>
          <p:cNvSpPr txBox="1"/>
          <p:nvPr/>
        </p:nvSpPr>
        <p:spPr>
          <a:xfrm>
            <a:off x="42455" y="2702396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 </a:t>
            </a:r>
            <a:r>
              <a:rPr lang="en-US" dirty="0" err="1"/>
              <a:t>addr</a:t>
            </a:r>
            <a:r>
              <a:rPr lang="en-US" dirty="0"/>
              <a:t>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0B9609-7FCA-42D4-8729-7A7B1F01B030}"/>
              </a:ext>
            </a:extLst>
          </p:cNvPr>
          <p:cNvSpPr txBox="1"/>
          <p:nvPr/>
        </p:nvSpPr>
        <p:spPr>
          <a:xfrm>
            <a:off x="42455" y="3035832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 </a:t>
            </a:r>
            <a:r>
              <a:rPr lang="en-US" dirty="0" err="1"/>
              <a:t>addr</a:t>
            </a:r>
            <a:r>
              <a:rPr lang="en-US" dirty="0"/>
              <a:t>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59F6DE-2221-41BA-9118-F3D7A9B54560}"/>
              </a:ext>
            </a:extLst>
          </p:cNvPr>
          <p:cNvSpPr txBox="1"/>
          <p:nvPr/>
        </p:nvSpPr>
        <p:spPr>
          <a:xfrm>
            <a:off x="4802290" y="2045992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 </a:t>
            </a:r>
            <a:r>
              <a:rPr lang="en-US" dirty="0" err="1"/>
              <a:t>addr</a:t>
            </a:r>
            <a:r>
              <a:rPr lang="en-US" dirty="0"/>
              <a:t>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03A19A-24DF-49BD-AA3B-3BB316631CEA}"/>
              </a:ext>
            </a:extLst>
          </p:cNvPr>
          <p:cNvSpPr txBox="1"/>
          <p:nvPr/>
        </p:nvSpPr>
        <p:spPr>
          <a:xfrm>
            <a:off x="4830799" y="2409141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 </a:t>
            </a:r>
            <a:r>
              <a:rPr lang="en-US" dirty="0" err="1"/>
              <a:t>addr</a:t>
            </a:r>
            <a:r>
              <a:rPr lang="en-US" dirty="0"/>
              <a:t>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4373C6-0C74-4D35-9D59-2BA55A4FD12B}"/>
              </a:ext>
            </a:extLst>
          </p:cNvPr>
          <p:cNvSpPr txBox="1"/>
          <p:nvPr/>
        </p:nvSpPr>
        <p:spPr>
          <a:xfrm>
            <a:off x="4830799" y="2738292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 </a:t>
            </a:r>
            <a:r>
              <a:rPr lang="en-US" dirty="0" err="1"/>
              <a:t>addr</a:t>
            </a:r>
            <a:r>
              <a:rPr lang="en-US" dirty="0"/>
              <a:t>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978BBB-D38B-4A9D-A090-C693946CFDDC}"/>
              </a:ext>
            </a:extLst>
          </p:cNvPr>
          <p:cNvSpPr txBox="1"/>
          <p:nvPr/>
        </p:nvSpPr>
        <p:spPr>
          <a:xfrm>
            <a:off x="4830799" y="307172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 ..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65FE86-4AF1-4F95-BC87-4EBF518B0FD3}"/>
              </a:ext>
            </a:extLst>
          </p:cNvPr>
          <p:cNvSpPr txBox="1"/>
          <p:nvPr/>
        </p:nvSpPr>
        <p:spPr>
          <a:xfrm>
            <a:off x="4720537" y="3475045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dirty="0"/>
              <a:t> </a:t>
            </a:r>
            <a:r>
              <a:rPr lang="en-US" dirty="0" err="1"/>
              <a:t>addr</a:t>
            </a:r>
            <a:r>
              <a:rPr lang="en-US" dirty="0"/>
              <a:t> 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3B2391-C0D8-4501-A2F1-F3906F68AF82}"/>
              </a:ext>
            </a:extLst>
          </p:cNvPr>
          <p:cNvSpPr txBox="1"/>
          <p:nvPr/>
        </p:nvSpPr>
        <p:spPr>
          <a:xfrm>
            <a:off x="5557139" y="5243701"/>
            <a:ext cx="3262368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array entirely</a:t>
            </a:r>
          </a:p>
          <a:p>
            <a:r>
              <a:rPr lang="en-US" dirty="0"/>
              <a:t>Before the next array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155115-8A0E-4ABB-9196-8F3058FA0F87}"/>
              </a:ext>
            </a:extLst>
          </p:cNvPr>
          <p:cNvSpPr txBox="1"/>
          <p:nvPr/>
        </p:nvSpPr>
        <p:spPr>
          <a:xfrm>
            <a:off x="307188" y="5160177"/>
            <a:ext cx="4983993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 element of all the arrays, then</a:t>
            </a:r>
          </a:p>
          <a:p>
            <a:r>
              <a:rPr lang="en-US" dirty="0"/>
              <a:t>Second element </a:t>
            </a:r>
            <a:r>
              <a:rPr lang="en-US" dirty="0" err="1"/>
              <a:t>fo</a:t>
            </a:r>
            <a:r>
              <a:rPr lang="en-US" dirty="0"/>
              <a:t> all the arrays 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0D1AE8-1817-4496-A346-FAC9BEEF599E}"/>
              </a:ext>
            </a:extLst>
          </p:cNvPr>
          <p:cNvSpPr txBox="1"/>
          <p:nvPr/>
        </p:nvSpPr>
        <p:spPr>
          <a:xfrm>
            <a:off x="135788" y="5911637"/>
            <a:ext cx="9333004" cy="66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Big problem: one 64 bits (i.e. 1 line) load on the right does not bring</a:t>
            </a:r>
          </a:p>
          <a:p>
            <a:r>
              <a:rPr lang="en-US" sz="1800" dirty="0">
                <a:solidFill>
                  <a:srgbClr val="FF0000"/>
                </a:solidFill>
              </a:rPr>
              <a:t>one element of each of the 4 vectors! Inefficient! 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17B64D93-8BA1-43F3-8248-8578129876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9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ECC2-309D-4C10-B4DD-52A0E30C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Strided</a:t>
            </a:r>
            <a:r>
              <a:rPr lang="en-US" dirty="0"/>
              <a:t> 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92D11-5432-469B-AC96-DE379BDBD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Populating the vector from memory might require noncontiguous data!</a:t>
            </a:r>
          </a:p>
          <a:p>
            <a:r>
              <a:rPr lang="en-US" dirty="0"/>
              <a:t>For array processing a common pattern is:</a:t>
            </a:r>
          </a:p>
          <a:p>
            <a:pPr lvl="1"/>
            <a:r>
              <a:rPr lang="en-US" dirty="0" err="1"/>
              <a:t>vr</a:t>
            </a:r>
            <a:r>
              <a:rPr lang="en-US" dirty="0"/>
              <a:t>[i] wants to get:</a:t>
            </a:r>
            <a:br>
              <a:rPr lang="en-US" dirty="0"/>
            </a:br>
            <a:r>
              <a:rPr lang="en-US" dirty="0"/>
              <a:t>	       </a:t>
            </a:r>
            <a:r>
              <a:rPr lang="en-US" dirty="0">
                <a:latin typeface="Consolas" panose="020B0609020204030204" pitchFamily="49" charset="0"/>
              </a:rPr>
              <a:t>base + i * offset</a:t>
            </a:r>
          </a:p>
          <a:p>
            <a:r>
              <a:rPr lang="en-US" dirty="0"/>
              <a:t>Slow/Multicycle operation, or requires changes to the cache!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08199-09DE-4AEA-A2D0-1463427EC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77D01C-3B47-43FB-8F0F-57F622C6C3DA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1B5178-B9F0-4FD1-BC5E-4CB022814D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79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ECC2-309D-4C10-B4DD-52A0E30C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generally – Scatter gather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92D11-5432-469B-AC96-DE379BDBD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Populating the vector from memory might require noncontiguous data!</a:t>
            </a:r>
          </a:p>
          <a:p>
            <a:r>
              <a:rPr lang="en-US" dirty="0"/>
              <a:t>In general</a:t>
            </a:r>
          </a:p>
          <a:p>
            <a:pPr lvl="1"/>
            <a:r>
              <a:rPr lang="en-US" dirty="0"/>
              <a:t>vr1[i] wants to get:</a:t>
            </a:r>
            <a:br>
              <a:rPr lang="en-US" dirty="0"/>
            </a:br>
            <a:r>
              <a:rPr lang="en-US" dirty="0"/>
              <a:t>	       </a:t>
            </a:r>
            <a:r>
              <a:rPr lang="en-US" dirty="0">
                <a:latin typeface="Consolas" panose="020B0609020204030204" pitchFamily="49" charset="0"/>
              </a:rPr>
              <a:t>mem[vr2[i]]</a:t>
            </a:r>
          </a:p>
          <a:p>
            <a:r>
              <a:rPr lang="en-US" dirty="0"/>
              <a:t>Slow/Multicycle operation, or requires changes to the cache!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08199-09DE-4AEA-A2D0-1463427EC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5C1970-F7D6-4935-9033-F89AE725EB69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A6ED931-5CCD-4FE7-A937-6D844A22F8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39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5D5B-22DB-83A4-56D8-7895C24E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 – v4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2AA2E-CF42-4097-EC4F-E8BEBEBBA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072" y="1521336"/>
            <a:ext cx="8094785" cy="4114800"/>
          </a:xfrm>
        </p:spPr>
        <p:txBody>
          <a:bodyPr/>
          <a:lstStyle/>
          <a:p>
            <a:r>
              <a:rPr lang="en-US" dirty="0"/>
              <a:t>We have 4 column arrays of 16 elements (</a:t>
            </a:r>
            <a:r>
              <a:rPr lang="en-US" u="sng" dirty="0"/>
              <a:t>each 1 byte</a:t>
            </a:r>
            <a:r>
              <a:rPr lang="en-US" dirty="0"/>
              <a:t>), we want to compute the 4 sums of the elements greater than 42: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For i in [0 .. 3]: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  For j in [0 .. 16]: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		if (v[j][i] &gt; 42)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			sum[i] = sum[i] + v[j][i];</a:t>
            </a:r>
          </a:p>
          <a:p>
            <a:pPr marL="457200" lvl="1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lvl="3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35455-4012-2883-CAD9-9BDDF3B7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CC5A715-D9CC-4750-9C53-6D31E25A8984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EE23FA-6818-4B9D-B892-4BD27D4CD0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2126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60DC-2F58-44F3-A88E-2D4B11E7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 problem!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CFD40-2992-4BB1-A27F-CCF5A3C24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For i in [0 .. 3]: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 For j in [0 .. 16]: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		if (v[j][i] &gt; 42)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			sum[i] = sum[i] + v[j][i];</a:t>
            </a:r>
          </a:p>
          <a:p>
            <a:pPr marL="457200" lvl="1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For i in [0 .. 3]:</a:t>
            </a:r>
          </a:p>
          <a:p>
            <a:pPr marL="45720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For j in [0 .. 16]:</a:t>
            </a:r>
          </a:p>
          <a:p>
            <a:pPr marL="45720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		mask[i] = ~(v[j][i] &gt; 42) + 1;</a:t>
            </a:r>
          </a:p>
          <a:p>
            <a:pPr marL="457200" lvl="1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		sum[i] = sum[i] + (mask[i] &amp; v[j][i]);</a:t>
            </a:r>
          </a:p>
          <a:p>
            <a:pPr marL="457200" lvl="1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30DBE-BEA3-4807-BEAF-F369CACD0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EA5E1F-C2DE-4C90-AF70-033B49F0ACE4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73656C-3C13-4604-9BB6-BDCA6A7EB6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4214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60DC-2F58-44F3-A88E-2D4B11E7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predication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CFD40-2992-4BB1-A27F-CCF5A3C24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861" y="1591674"/>
            <a:ext cx="7772400" cy="4114800"/>
          </a:xfrm>
        </p:spPr>
        <p:txBody>
          <a:bodyPr/>
          <a:lstStyle/>
          <a:p>
            <a:r>
              <a:rPr lang="en-US" dirty="0"/>
              <a:t>SW predication is a fun game, consider:</a:t>
            </a:r>
          </a:p>
          <a:p>
            <a:pPr marL="45720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	sum[i] = sum[i]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v[j][i]; </a:t>
            </a:r>
            <a:endParaRPr lang="en-US" dirty="0"/>
          </a:p>
          <a:p>
            <a:r>
              <a:rPr lang="en-US" dirty="0"/>
              <a:t>Instead of having ad-hoc bit-tricks:</a:t>
            </a:r>
          </a:p>
          <a:p>
            <a:pPr lvl="1"/>
            <a:r>
              <a:rPr lang="en-US" dirty="0"/>
              <a:t>One special vector register: predication register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The predication register tells which vector entries are active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30DBE-BEA3-4807-BEAF-F369CACD0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D4D6842-9D5A-4AFD-9D43-1D078164BA0A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A39DC3A-7F21-47FF-8167-DA7316B20D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371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5067-221F-4CB8-8B57-5A9C07449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Finally: Vectors vs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25D97-1945-4B6D-BED6-084F96CB5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MMX: </a:t>
            </a:r>
            <a:r>
              <a:rPr lang="en-US" b="1" dirty="0"/>
              <a:t>no</a:t>
            </a:r>
            <a:r>
              <a:rPr lang="en-US" dirty="0"/>
              <a:t>, they all run the same program, with very limited way to touch the memory, all in sync.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With </a:t>
            </a:r>
            <a:r>
              <a:rPr lang="en-US" dirty="0" err="1"/>
              <a:t>hw</a:t>
            </a:r>
            <a:r>
              <a:rPr lang="en-US" dirty="0"/>
              <a:t> predication + shuffle +  scatter/gather, we can start “emulating” threads.</a:t>
            </a:r>
          </a:p>
          <a:p>
            <a:r>
              <a:rPr lang="en-US" dirty="0"/>
              <a:t>How could we do jumps?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14888-A72A-4D48-BE65-1D41A618D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EEBBE2-56CB-473C-B4CC-0B9C1E46CE60}" type="datetime1">
              <a:rPr lang="en-US" smtClean="0"/>
              <a:t>4/1/2024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1705BC0-9F47-4A5E-B2BB-0046571F8B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L14-6.1920-</a:t>
            </a:r>
          </a:p>
          <a:p>
            <a:pPr>
              <a:defRPr/>
            </a:pPr>
            <a:fld id="{EC0A9AF3-268B-496B-8C8B-87FFEF969083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73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5000"/>
          </a:spcBef>
          <a:spcAft>
            <a:spcPct val="0"/>
          </a:spcAft>
          <a:buClr>
            <a:schemeClr val="bg1"/>
          </a:buClr>
          <a:buSzPct val="100000"/>
          <a:buFont typeface="Wingdings" pitchFamily="2" charset="2"/>
          <a:buChar char="•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5000"/>
          </a:spcBef>
          <a:spcAft>
            <a:spcPct val="0"/>
          </a:spcAft>
          <a:buClr>
            <a:schemeClr val="bg1"/>
          </a:buClr>
          <a:buSzPct val="100000"/>
          <a:buFont typeface="Wingdings" pitchFamily="2" charset="2"/>
          <a:buChar char="•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</TotalTime>
  <Words>2795</Words>
  <Application>Microsoft Office PowerPoint</Application>
  <PresentationFormat>On-screen Show (4:3)</PresentationFormat>
  <Paragraphs>556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Consolas</vt:lpstr>
      <vt:lpstr>Tahoma</vt:lpstr>
      <vt:lpstr>Times New Roman</vt:lpstr>
      <vt:lpstr>Verdana</vt:lpstr>
      <vt:lpstr>Verdana (body)</vt:lpstr>
      <vt:lpstr>Wingdings</vt:lpstr>
      <vt:lpstr>Blueprint</vt:lpstr>
      <vt:lpstr>PowerPoint Presentation</vt:lpstr>
      <vt:lpstr>1990s: Multimedia applications</vt:lpstr>
      <vt:lpstr>Multimedia in computers: compression</vt:lpstr>
      <vt:lpstr>A few encoding techniques</vt:lpstr>
      <vt:lpstr>A case study: iDCT (inverse discrete cosine transform):</vt:lpstr>
      <vt:lpstr>Some samples from the code</vt:lpstr>
      <vt:lpstr>Observations:</vt:lpstr>
      <vt:lpstr>In the previous episodes of 6.1920</vt:lpstr>
      <vt:lpstr>Single Instruction Multiple Data - SIMD</vt:lpstr>
      <vt:lpstr>Simple example – v1</vt:lpstr>
      <vt:lpstr>Simple example with vectors</vt:lpstr>
      <vt:lpstr>Building our rudimentary “strawman” vector machine</vt:lpstr>
      <vt:lpstr>Sharing trick</vt:lpstr>
      <vt:lpstr>CSA and RCA</vt:lpstr>
      <vt:lpstr>Intel MMX</vt:lpstr>
      <vt:lpstr>General “MMX” Design Overview</vt:lpstr>
      <vt:lpstr>Implementation remark</vt:lpstr>
      <vt:lpstr>Problem</vt:lpstr>
      <vt:lpstr>Better diagram</vt:lpstr>
      <vt:lpstr>2-lanes vector-unit in BSV</vt:lpstr>
      <vt:lpstr>Lanes</vt:lpstr>
      <vt:lpstr>Summary diagram (distributed) VectorUnit – vALU only</vt:lpstr>
      <vt:lpstr>2-lane vector unit – vInsts</vt:lpstr>
      <vt:lpstr>2-lane vector unit</vt:lpstr>
      <vt:lpstr>2-lane vector unit</vt:lpstr>
      <vt:lpstr>Load instruction – 2-lane </vt:lpstr>
      <vt:lpstr>Receive load value</vt:lpstr>
      <vt:lpstr>An ignored danger on this picture</vt:lpstr>
      <vt:lpstr>An ignored danger on this picture</vt:lpstr>
      <vt:lpstr>One last “detail”</vt:lpstr>
      <vt:lpstr>The RISCV world</vt:lpstr>
      <vt:lpstr>MMX is too limited</vt:lpstr>
      <vt:lpstr>Simple example - v2</vt:lpstr>
      <vt:lpstr>Back to lab1a</vt:lpstr>
      <vt:lpstr>Simple example – v3</vt:lpstr>
      <vt:lpstr>Vectors in memory: Layout issues</vt:lpstr>
      <vt:lpstr>Strided loads</vt:lpstr>
      <vt:lpstr>More generally – Scatter gather</vt:lpstr>
      <vt:lpstr>Simple example – v4</vt:lpstr>
      <vt:lpstr>Not a problem!</vt:lpstr>
      <vt:lpstr>HW predication</vt:lpstr>
      <vt:lpstr>Finally: Vectors vs threads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CACA-Lectures</dc:title>
  <dc:subject>Sequential Circuits</dc:subject>
  <dc:creator>Arvind</dc:creator>
  <cp:lastModifiedBy>Sanjay</cp:lastModifiedBy>
  <cp:revision>69</cp:revision>
  <cp:lastPrinted>1601-01-01T00:00:00Z</cp:lastPrinted>
  <dcterms:created xsi:type="dcterms:W3CDTF">2003-01-21T19:25:41Z</dcterms:created>
  <dcterms:modified xsi:type="dcterms:W3CDTF">2024-04-02T00:19:13Z</dcterms:modified>
</cp:coreProperties>
</file>